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7432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7432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7432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27432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64008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64008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64008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100584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100584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100584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137160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37160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1371600"/>
            <a:ext cx="109728" cy="109728"/>
          </a:xfrm>
          <a:prstGeom prst="ellipse">
            <a:avLst/>
          </a:prstGeom>
          <a:solidFill>
            <a:srgbClr val="1E3A6E"/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329184"/>
            <a:ext cx="1097280" cy="0"/>
          </a:xfrm>
          <a:prstGeom prst="line">
            <a:avLst/>
          </a:prstGeom>
          <a:noFill/>
          <a:ln w="6350">
            <a:solidFill>
              <a:srgbClr val="4FC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27264" y="694944"/>
            <a:ext cx="768096" cy="0"/>
          </a:xfrm>
          <a:prstGeom prst="line">
            <a:avLst/>
          </a:prstGeom>
          <a:noFill/>
          <a:ln w="6350">
            <a:solidFill>
              <a:srgbClr val="4FC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060704"/>
            <a:ext cx="365760" cy="0"/>
          </a:xfrm>
          <a:prstGeom prst="line">
            <a:avLst/>
          </a:prstGeom>
          <a:noFill/>
          <a:ln w="6350">
            <a:solidFill>
              <a:srgbClr val="4FC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2011680"/>
            <a:ext cx="2011680" cy="2011680"/>
          </a:xfrm>
          <a:prstGeom prst="rect">
            <a:avLst/>
          </a:prstGeom>
          <a:solidFill>
            <a:srgbClr val="1E3A6E"/>
          </a:solidFill>
          <a:ln w="190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84848" y="2121408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4848" y="2560320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2999232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4848" y="3438144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2121408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2560320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2999232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3438144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62672" y="2121408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62672" y="2560320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62672" y="2999232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62672" y="3438144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01584" y="2121408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01584" y="2560320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01584" y="2999232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01584" y="3438144"/>
            <a:ext cx="310896" cy="310896"/>
          </a:xfrm>
          <a:prstGeom prst="rect">
            <a:avLst/>
          </a:prstGeom>
          <a:solidFill>
            <a:srgbClr val="12235A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GPGPU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10972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 Golden Model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548640" y="182880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DPI-C Integration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548640" y="2606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Vortex GPGPU UVM Verification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48640" y="3154680"/>
            <a:ext cx="4114800" cy="36576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2918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Vortex UVM Verification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QuestaSim 2021 | Platform: Ubuntu 22.04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SystemVerilog + C++ (DPI-C)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2860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10515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" y="10515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 Options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4173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SimX over Spike, POCL, Verilator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023360" cy="10515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423160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2286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for Golden Models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6517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— ARM, Intel, NVIDIA do it too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023360" cy="10515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657600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" y="3520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Methods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388620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ways to bridge C++ ↔ SV/UVM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023360" cy="10515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188720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10515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DPI-C?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04688" y="14173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translator — a direct binary bridge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4023360" cy="10515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423160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2286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in UVM Flow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04688" y="26517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SimX lives inside the UVM environment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429000"/>
            <a:ext cx="4023360" cy="10515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657600"/>
            <a:ext cx="502920" cy="50292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04688" y="3520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Deep-Dive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04688" y="388620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simx_dpi.cpp · simx_pkg.sv · Makefile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 Options for Vortex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200400" cy="4572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simulators could serve as golden reference?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201168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98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Spike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ISA Simulator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847088"/>
            <a:ext cx="181051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RISC-V Foundation reference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GPU warps/threads model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Vortex ISA extensions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DCR registers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298448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98448"/>
            <a:ext cx="201168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98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POCL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572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Computing Language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78608" y="1847088"/>
            <a:ext cx="181051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same OpenCL kernels on CPU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Algorithm-level only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microarchitecture model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memory hierarchy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298448"/>
            <a:ext cx="2011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298448"/>
            <a:ext cx="20116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298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Verilator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572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at Higher Speed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27448" y="1847088"/>
            <a:ext cx="181051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RTL simulation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✗✗ RTL vs itself — useless!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✗✗ Defeats verification purpose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false confidence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298448"/>
            <a:ext cx="2011680" cy="3474720"/>
          </a:xfrm>
          <a:prstGeom prst="rect">
            <a:avLst/>
          </a:prstGeom>
          <a:solidFill>
            <a:srgbClr val="E6FFF8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298448"/>
            <a:ext cx="2011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298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SimX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1572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Functional Simulator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0" y="1801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BEST CHOICE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76288" y="2084832"/>
            <a:ext cx="181051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Models every warp &amp; thread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Vortex ISA extensions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DCRs + memory hierarchy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Same team, used in CI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 is located at: sim/simx/ — written by the Vortex team, used in their own CI pipeline to validate the RTL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SimX is the Definitive Choice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2860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93192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1371600"/>
                <a:gridCol w="1371600"/>
              </a:tblGrid>
              <a:tr h="436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SimX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Verilator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Vortex Warps/Threads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Vortex ISA Extensions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Partial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Hierarchy (Cache+DRAM)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Flat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RTL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DCR Register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RTL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Memory / Barriers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Approx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RTL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by Vortex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Vortex CI 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Memory Map (0x80000000)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Depends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1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C++ Normal for Golden Models?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743200" cy="4572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it is the industry standard approach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4114800" cy="41148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C++ Dominates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847088"/>
            <a:ext cx="384048" cy="384048"/>
          </a:xfrm>
          <a:prstGeom prst="ellipse">
            <a:avLst/>
          </a:prstGeom>
          <a:solidFill>
            <a:srgbClr val="F0F4FF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0482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100x–1000x faster than RTL sim — results in microseconds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596896"/>
            <a:ext cx="384048" cy="384048"/>
          </a:xfrm>
          <a:prstGeom prst="ellipse">
            <a:avLst/>
          </a:prstGeom>
          <a:solidFill>
            <a:srgbClr val="F0F4FF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596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Level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7980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WHAT happens, not HOW — behavioral, not structural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3346704"/>
            <a:ext cx="384048" cy="384048"/>
          </a:xfrm>
          <a:prstGeom prst="ellipse">
            <a:avLst/>
          </a:prstGeom>
          <a:solidFill>
            <a:srgbClr val="F0F4FF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⚙️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467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Algorithm-Friendly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547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STL: file I/O, exceptions, FP math, containers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4096512"/>
            <a:ext cx="384048" cy="384048"/>
          </a:xfrm>
          <a:prstGeom prst="ellipse">
            <a:avLst/>
          </a:prstGeom>
          <a:solidFill>
            <a:srgbClr val="F0F4FF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🚫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0965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is Wrong Tool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 SV golden model for trivial blocks (FIFO, regfile)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32588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325880"/>
            <a:ext cx="41148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325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Precedent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28032" y="1847088"/>
            <a:ext cx="1005840" cy="219456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847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25312" y="18470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28032" y="208483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Cycle Models for Cortex verification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28032" y="2432304"/>
            <a:ext cx="1005840" cy="219456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4323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25312" y="24323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SoftSIM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8032" y="267004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ISS for Core processor validation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28032" y="3017520"/>
            <a:ext cx="1005840" cy="219456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25312" y="3017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Sim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8032" y="32552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GPU shader behavior reference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28032" y="3602736"/>
            <a:ext cx="1005840" cy="219456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602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25312" y="36027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28032" y="384048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ISA reference — the community standard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28032" y="4187952"/>
            <a:ext cx="1005840" cy="219456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4187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25312" y="41879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28032" y="4425696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GPGPU ISA simulator — your golden model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Ways to Integrate C++ with SV/UVM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2860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114800" cy="914400"/>
          </a:xfrm>
          <a:prstGeom prst="rect">
            <a:avLst/>
          </a:prstGeom>
          <a:solidFill>
            <a:srgbClr val="0D2D22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170432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3544" y="1024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1051560"/>
            <a:ext cx="987552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05156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CHOSEN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23544" y="13075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IEEE std · Zero overhead · In-process · Bidirectional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23544" y="15453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Type mapping needed · .so must be -fPIC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984248"/>
            <a:ext cx="41148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" y="2194560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3544" y="2048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PLI/VPI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64408" y="2075688"/>
            <a:ext cx="987552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207568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23544" y="23317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Works with any old simulator · Can introspect hierarchy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23544" y="2569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Verbose C API · Deprecated · Slow · Nobody uses it now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008376"/>
            <a:ext cx="41148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3218688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3544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 + TLM-2.0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64408" y="3099816"/>
            <a:ext cx="987552" cy="21945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309981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23544" y="33558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Clean OOP model · QuestaSim native · TLM-2.0 standard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23544" y="3593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SimX isn't SystemC — needs sc_module wrap · Overhead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4032504"/>
            <a:ext cx="41148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" y="4242816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3544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(Sockets/Pipes)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64408" y="4123944"/>
            <a:ext cx="987552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4123944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23544" y="43799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Full isolation · Multi-machine possible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23544" y="4617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High latency · Serialization · Sync complexity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960120"/>
            <a:ext cx="41148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64608" y="1170432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58384" y="1024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Exchange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699248" y="1051560"/>
            <a:ext cx="987552" cy="21945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99248" y="105156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58384" y="13075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Zero complexity · Any tool works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58384" y="15453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Post-mortem only · No live feedback · Slow for big mem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1984248"/>
            <a:ext cx="41148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64608" y="2194560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58384" y="2048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e/Specman (HVL)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699248" y="2075688"/>
            <a:ext cx="987552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99248" y="207568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58384" y="23317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Was industry std in 2000s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358384" y="2569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Proprietary · Cadence only · Replaced by UVM+DPI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3008376"/>
            <a:ext cx="41148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64608" y="3218688"/>
            <a:ext cx="384048" cy="384048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58384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MATLAB/Simulink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699248" y="3099816"/>
            <a:ext cx="987552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99248" y="309981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58384" y="33558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Great for DSP/signal work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358384" y="3593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Extreme cost · Cannot model RISC-V ISA semantics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DPI-C?  —  The Core Concept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6576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3D000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DPI-C is NOT: </a:t>
            </a:r>
            <a:pPr algn="ctr" indent="0" marL="0">
              <a:buNone/>
            </a:pPr>
            <a:r>
              <a:rPr lang="en-US" sz="11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translator · a compiler · a language wrapper (SWIG/ctypes) · a process boundary · a code generator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8503920" cy="502920"/>
          </a:xfrm>
          <a:prstGeom prst="rect">
            <a:avLst/>
          </a:prstGeom>
          <a:solidFill>
            <a:srgbClr val="002D1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361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DPI-C IS: </a:t>
            </a:r>
            <a:pPr algn="ctr" indent="0" marL="0">
              <a:buNone/>
            </a:pPr>
            <a:r>
              <a:rPr lang="en-US" sz="11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binary interface bridge — a standardized calling convention for the SV simulator to call compiled C/C++ functions in a shared library (.so), in the same process, at near-zero cost.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377440" cy="1645920"/>
          </a:xfrm>
          <a:prstGeom prst="rect">
            <a:avLst/>
          </a:prstGeom>
          <a:solidFill>
            <a:srgbClr val="12235A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2103120"/>
            <a:ext cx="548640" cy="54864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9923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"DPI-C"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simx_init()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3035808"/>
            <a:ext cx="36576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2194560"/>
            <a:ext cx="237744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0" y="2103120"/>
            <a:ext cx="548640" cy="54864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Runtime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99923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dlopen / dlsym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 marshaling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3035808"/>
            <a:ext cx="36576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1032" y="2926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2194560"/>
            <a:ext cx="2377440" cy="1645920"/>
          </a:xfrm>
          <a:prstGeom prst="rect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2103120"/>
            <a:ext cx="548640" cy="54864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299923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"C"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simx_init() { ... }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005072"/>
            <a:ext cx="406908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41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"C"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8800" y="4041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Disables C++ name mangling → plain symbol names in .so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480560"/>
            <a:ext cx="406908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5171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svdpi.h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28800" y="45171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svOpenArrayHandle, svBitVecVal — the interface types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4005072"/>
            <a:ext cx="406908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0416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-sv_lib simx_model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4041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vsim to dlopen() the .so before simulation starts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4480560"/>
            <a:ext cx="406908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5171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"DPI-C"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45171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function prototype — SV compiler trusts the .so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Architecture: Inside QuestaSim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2004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8595360" cy="3977640"/>
          </a:xfrm>
          <a:prstGeom prst="rect">
            <a:avLst/>
          </a:prstGeom>
          <a:solidFill>
            <a:srgbClr val="0F1E3D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QuestaSim vsim — Single OS Process  (Everything here shares the same memory space)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2560320" cy="3429000"/>
          </a:xfrm>
          <a:prstGeom prst="rect">
            <a:avLst/>
          </a:prstGeom>
          <a:solidFill>
            <a:srgbClr val="1E3A6E"/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2560320" cy="347472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Simulator Kernel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Testbench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"DPI-C"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simx_init(2,4,4)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simx_write_mem(..)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383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simx_run()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794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simx_read_mem(..)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206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ap.write(txn)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63240" y="2834640"/>
            <a:ext cx="640080" cy="0"/>
          </a:xfrm>
          <a:prstGeom prst="line">
            <a:avLst/>
          </a:prstGeom>
          <a:noFill/>
          <a:ln w="38100">
            <a:solidFill>
              <a:srgbClr val="00C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271576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325880"/>
            <a:ext cx="2240280" cy="3429000"/>
          </a:xfrm>
          <a:prstGeom prst="rect">
            <a:avLst/>
          </a:prstGeom>
          <a:solidFill>
            <a:srgbClr val="0D2B33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1325880"/>
            <a:ext cx="22402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3258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Runtime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67328" y="173736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dlopen('simx_model.so')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67328" y="21031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dlsym('simx_init')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67328" y="246888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767328" y="283464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 int  → C 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67328" y="320040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 string→ char*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67328" y="356616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 byte[]→ svHandle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67328" y="39319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767328" y="429768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to C++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2834640"/>
            <a:ext cx="54864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271576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37960" y="1325880"/>
            <a:ext cx="2148840" cy="3429000"/>
          </a:xfrm>
          <a:prstGeom prst="rect">
            <a:avLst/>
          </a:prstGeom>
          <a:solidFill>
            <a:srgbClr val="0D2D2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1325880"/>
            <a:ext cx="2148840" cy="347472"/>
          </a:xfrm>
          <a:prstGeom prst="rect">
            <a:avLst/>
          </a:prstGeom>
          <a:solidFill>
            <a:srgbClr val="185A30"/>
          </a:solidFill>
          <a:ln w="12700">
            <a:solidFill>
              <a:srgbClr val="185A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3258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simx_model.so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01968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simx_init() {}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01968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g_processor*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01968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g_ram* (4 GB)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01968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g_arch*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01968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01968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softfloat.a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01968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libramulator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01968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 .obj files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Zero-copy | Same process memory | No serialization | No IPC overhead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Environment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743200" cy="4572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859536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223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Environment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017520" cy="2377440"/>
          </a:xfrm>
          <a:prstGeom prst="rect">
            <a:avLst/>
          </a:prstGeom>
          <a:solidFill>
            <a:srgbClr val="F0F4FF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Agent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3017520" cy="27432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61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Agent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627632"/>
            <a:ext cx="1188720" cy="384048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276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176272"/>
            <a:ext cx="11887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34440" y="2011680"/>
            <a:ext cx="0" cy="164592"/>
          </a:xfrm>
          <a:prstGeom prst="line">
            <a:avLst/>
          </a:prstGeom>
          <a:noFill/>
          <a:ln w="19050">
            <a:solidFill>
              <a:srgbClr val="1223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2176272"/>
            <a:ext cx="1188720" cy="38404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2368296"/>
            <a:ext cx="731520" cy="0"/>
          </a:xfrm>
          <a:prstGeom prst="line">
            <a:avLst/>
          </a:prstGeom>
          <a:noFill/>
          <a:ln w="25400">
            <a:solidFill>
              <a:srgbClr val="1223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TXN ►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0" y="1261872"/>
            <a:ext cx="2286000" cy="2377440"/>
          </a:xfrm>
          <a:prstGeom prst="rect">
            <a:avLst/>
          </a:prstGeom>
          <a:solidFill>
            <a:srgbClr val="E6FFFB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0" y="1261872"/>
            <a:ext cx="2286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06240" y="1600200"/>
            <a:ext cx="2103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 ← from RTL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← from SimX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≟ expected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  /  ✗ FAIL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57800" y="3639312"/>
            <a:ext cx="0" cy="-347472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3101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TXN ▲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730752"/>
            <a:ext cx="8229600" cy="1115568"/>
          </a:xfrm>
          <a:prstGeom prst="rect">
            <a:avLst/>
          </a:prstGeom>
          <a:solidFill>
            <a:srgbClr val="E8FFF4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solidFill>
            <a:srgbClr val="185A30"/>
          </a:solidFill>
          <a:ln w="12700">
            <a:solidFill>
              <a:srgbClr val="185A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simx_golden_model  (UVM Component — run_phase)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" y="4069080"/>
            <a:ext cx="10515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645920" y="4206240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55648" y="4069080"/>
            <a:ext cx="10515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55648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simx_load_bin()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807208" y="4206240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16936" y="4069080"/>
            <a:ext cx="10515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16936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simx_write_mem()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68496" y="4206240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78224" y="4069080"/>
            <a:ext cx="10515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78224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simx_dcr_write()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129784" y="4206240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39512" y="4069080"/>
            <a:ext cx="10515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9512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simx_run()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91072" y="4206240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4069080"/>
            <a:ext cx="105156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simx_read_mem()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452360" y="4206240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62088" y="4069080"/>
            <a:ext cx="10515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62088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ap.write(txn)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Write/Read Data Flow — Vector Addition Example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6576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114800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2918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075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simx_init()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2376" y="128930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cfg.num_cores, warps, threads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51760" y="10058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new Arch() · new RAM(4GB) · new Processor()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attach_ram(g_ram)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033272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84248"/>
            <a:ext cx="4114800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84248"/>
            <a:ext cx="32918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317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simx_load_bin()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" y="231343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cfg.kernel_path, 64'h80000000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51760" y="2029968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g_ram-&gt;write(kernel bytes, 0x80000000)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06040" y="2057400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08376"/>
            <a:ext cx="4114800" cy="960120"/>
          </a:xfrm>
          <a:prstGeom prst="rect">
            <a:avLst/>
          </a:prstGeom>
          <a:solidFill>
            <a:srgbClr val="0D1F35"/>
          </a:solidFill>
          <a:ln w="190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08376"/>
            <a:ext cx="329184" cy="960120"/>
          </a:xfrm>
          <a:prstGeom prst="rect">
            <a:avLst/>
          </a:prstGeom>
          <a:solidFill>
            <a:srgbClr val="00C9F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558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" y="3054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simx_write_mem()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2376" y="333756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byte input_A[]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64'h90000000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3054096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svGetArrayPtr(data) → g_ram-&gt;write(src, addr)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06040" y="3081528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32504"/>
            <a:ext cx="4114800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032504"/>
            <a:ext cx="32918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37997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" y="4078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simx_dcr_write()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" y="4361688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STARTUP_ADDR · NUM_THREADS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51760" y="4078224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g_processor-&gt;dcr_write(addr, val)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06040" y="4105656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960120"/>
            <a:ext cx="4114800" cy="960120"/>
          </a:xfrm>
          <a:prstGeom prst="rect">
            <a:avLst/>
          </a:prstGeom>
          <a:solidFill>
            <a:srgbClr val="0D2D22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960120"/>
            <a:ext cx="329184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13075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11496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simx_run()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11496" y="1289304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ret = simx_run()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040880" y="10058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g_processor-&gt;run() — all warps, all instrs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A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g_ram[0x90020000] = [results]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95160" y="1033272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1984248"/>
            <a:ext cx="4114800" cy="960120"/>
          </a:xfrm>
          <a:prstGeom prst="rect">
            <a:avLst/>
          </a:prstGeom>
          <a:solidFill>
            <a:srgbClr val="0D1F35"/>
          </a:solidFill>
          <a:ln w="1905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1984248"/>
            <a:ext cx="329184" cy="960120"/>
          </a:xfrm>
          <a:prstGeom prst="rect">
            <a:avLst/>
          </a:prstGeom>
          <a:solidFill>
            <a:srgbClr val="00C9F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23317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11496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simx_read_mem()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11496" y="231343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result_data = new[cfg.data_size]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40880" y="2029968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g_ram-&gt;read(dest, 0x90020000) — ZERO COPY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995160" y="2057400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3008376"/>
            <a:ext cx="4114800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3008376"/>
            <a:ext cx="32918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3558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11496" y="3054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ap.write(txn)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11496" y="333756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SV: expected_txn → Scoreboard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040880" y="3054096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C++: → Scoreboard.write_golden() → compare vs RTL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995160" y="3081528"/>
            <a:ext cx="0" cy="804672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Deep-Dive: simx_dpi.cpp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2860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Layer — Most Critical File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14800" cy="1810512"/>
          </a:xfrm>
          <a:prstGeom prst="rect">
            <a:avLst/>
          </a:prstGeom>
          <a:solidFill>
            <a:srgbClr val="1E3A6E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Global State Ownership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" y="1490472"/>
            <a:ext cx="3968496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90472"/>
            <a:ext cx="3895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Processor* g_processor = nullptr;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RAM*       g_ram       = nullptr;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Arch*      g_arch      = nullptr;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3192" y="2322576"/>
            <a:ext cx="3968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statics live in .so's data segment — persist between ALL DPI calls.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SimX remembers its state between init/run/read.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3044952"/>
            <a:ext cx="4114800" cy="1810512"/>
          </a:xfrm>
          <a:prstGeom prst="rect">
            <a:avLst/>
          </a:prstGeom>
          <a:solidFill>
            <a:srgbClr val="1E3A6E"/>
          </a:solidFill>
          <a:ln w="15240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044952"/>
            <a:ext cx="4114800" cy="2743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44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extern "C" Block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" y="3364992"/>
            <a:ext cx="3968496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364992"/>
            <a:ext cx="3895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"C"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simx_init(...) { ...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simx_run()    { ...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3192" y="4197096"/>
            <a:ext cx="3968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Disables C++ name mangling. Without this, 'simx_init' becomes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'_Z10simx_initiii' — SV import declarations cannot find it.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1170432"/>
            <a:ext cx="4114800" cy="1810512"/>
          </a:xfrm>
          <a:prstGeom prst="rect">
            <a:avLst/>
          </a:prstGeom>
          <a:solidFill>
            <a:srgbClr val="1E3A6E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170432"/>
            <a:ext cx="411480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Zero-Copy Data Bridge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82312" y="1490472"/>
            <a:ext cx="3968496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490472"/>
            <a:ext cx="3895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uint8_t* src = (uint8_t*)svGetArrayPtr(data);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g_ram-&gt;write(src, addr, size);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82312" y="2322576"/>
            <a:ext cx="3968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svOpenArrayHandle is an opaque handle to a SV dynamic array.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svGetArrayPtr() returns raw C pointer — same physical memory.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copying. No serialization. They literally share bytes.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3044952"/>
            <a:ext cx="4114800" cy="1810512"/>
          </a:xfrm>
          <a:prstGeom prst="rect">
            <a:avLst/>
          </a:prstGeom>
          <a:solidFill>
            <a:srgbClr val="1E3A6E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044952"/>
            <a:ext cx="411480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044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Bootstrap (x3 Register Init)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82312" y="3364992"/>
            <a:ext cx="3968496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364992"/>
            <a:ext cx="3895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bootstrap[16] =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0x93,0x01,0x00,0x00,  // addi x3,x0,0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0x97,0x00,0x00,0x00,  // auipc x1,0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0x67,0x80,0x00,0x01   // jalr x0,x1,16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82312" y="4197096"/>
            <a:ext cx="3968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 uses x3 as exit code reg but RISC-V startup doesn't init it.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injects 3 instructions at 0x80000000-16, sets x3=0,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jumps to real entry point. Elegant low-level fix.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Deep-Dive: simx_pkg.sv  +  Makefile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657600" cy="45720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11480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223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solidFill>
            <a:srgbClr val="12235A"/>
          </a:solidFill>
          <a:ln w="12700">
            <a:solidFill>
              <a:srgbClr val="1223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simx_pkg.sv  — SV-Side Interface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93192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1 – DPI-C Declarations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70992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"DPI-C" context function int simx_init(...);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Tells SV compiler: "this function lives in a .so"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 at link time when vsim loads the library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3931920" cy="274320"/>
          </a:xfrm>
          <a:prstGeom prst="rect">
            <a:avLst/>
          </a:prstGeom>
          <a:solidFill>
            <a:srgbClr val="F0F4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2 – UVM Component Class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285292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simx_golden_model extends uvm_component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Wraps all DPI calls inside proper UVM phases: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build_phase → run_phase → report_phase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3703320"/>
            <a:ext cx="3931920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Mismatch to Fix (Critical!)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399592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 declares: simx_init(string kernel_file, int...)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cpp implements: simx_init(int cores, warps, threads)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Fix: align signatures or add kernel_file to C++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411480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 — Build Orchestrator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417320"/>
            <a:ext cx="3931920" cy="256032"/>
          </a:xfrm>
          <a:prstGeom prst="rect">
            <a:avLst/>
          </a:prstGeom>
          <a:solidFill>
            <a:srgbClr val="E6FF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Build Command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28032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g++ simx_dpi.cpp $(SIMX_OBJS) softfloat.a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-lramulator -fPIC -shared → simx_model.so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 pre-built SimX .o files — don't recompile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00600" y="2331720"/>
            <a:ext cx="3931920" cy="256032"/>
          </a:xfrm>
          <a:prstGeom prst="rect">
            <a:avLst/>
          </a:prstGeom>
          <a:solidFill>
            <a:srgbClr val="E6FF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 Defines MUST Match RTL Config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28032" y="2606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-DNUM_CORES=2 -DNUM_WARPS=4 -DNUM_THREADS=4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 reads these at COMPILE TIME for Arch()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Mismatch = wrong model = false failures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00600" y="3246120"/>
            <a:ext cx="3931920" cy="256032"/>
          </a:xfrm>
          <a:prstGeom prst="rect">
            <a:avLst/>
          </a:prstGeom>
          <a:solidFill>
            <a:srgbClr val="E6FF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-Wl,-rpath (Runtime Library Path)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28032" y="35204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Embeds Ramulator search path into the .so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vsim finds libramulator.so without manual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LD_LIBRARY_PATH before every run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4160520"/>
            <a:ext cx="3931920" cy="256032"/>
          </a:xfrm>
          <a:prstGeom prst="rect">
            <a:avLst/>
          </a:prstGeom>
          <a:solidFill>
            <a:srgbClr val="E6FF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160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-sv_lib simx_model (vsim flag)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28032" y="4434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Tells QuestaSim: dlopen('simx_model.so')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any SV code executes.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what makes import "DPI-C" work.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 to Fix Before Moving Forward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7432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8503920" cy="1261872"/>
          </a:xfrm>
          <a:prstGeom prst="rect">
            <a:avLst/>
          </a:prstGeom>
          <a:solidFill>
            <a:srgbClr val="1E3A6E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57200" cy="12618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630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042416"/>
            <a:ext cx="2011680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424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Linker Error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71800" y="104241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simx_init() Signature Mismatch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30759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Problem: simx_pkg.sv declares: simx_init(string kernel_file, int cores, warps, threads)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simx_dpi.cpp  exports: simx_init(int cores, warps, threads)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vsim will fail at runtime: unresolved DPI import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181051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Option A: Remove kernel_file from SV declaration, call simx_load_bin() separately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B: Add 'const char* kernel_file' param to the C++ simx_init() body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359152"/>
            <a:ext cx="8503920" cy="1261872"/>
          </a:xfrm>
          <a:prstGeom prst="rect">
            <a:avLst/>
          </a:prstGeom>
          <a:solidFill>
            <a:srgbClr val="1E3A6E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59152"/>
            <a:ext cx="457200" cy="1261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8163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" y="2395728"/>
            <a:ext cx="201168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395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— Wrong Execution Mode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71800" y="23957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simx_run() Import in simx_pkg.sv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66090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Problem: pkg calls void'(simx_step(0)) as run workaround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simx_step() advances N cycles — passing 0 does nothing!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simx_run() exists in C++ but is never declared/called in SV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316382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Add: import "DPI-C" context function int simx_run();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ret = simx_run(); in run_phase instead of simx_step(0)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712464"/>
            <a:ext cx="8503920" cy="1261872"/>
          </a:xfrm>
          <a:prstGeom prst="rect">
            <a:avLst/>
          </a:prstGeom>
          <a:solidFill>
            <a:srgbClr val="1E3A6E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12464"/>
            <a:ext cx="457200" cy="12618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696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" y="3749040"/>
            <a:ext cx="2011680" cy="228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— Config Sync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71800" y="37490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-D Defines Must Mirror RTL Config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01421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Problem: -DNUM_CORES=2 -DNUM_WARPS=4 -DNUM_THREADS=4 in Makefile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 exactly match values in vortex_config.sv at all times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RTL changes config but Makefile is not updated → false mismatches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51713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Create a shared config header or a build variable that feeds both.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A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Consider generating Makefile defines from vortex_config.sv at build time.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32004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33272"/>
            <a:ext cx="438912" cy="438912"/>
          </a:xfrm>
          <a:prstGeom prst="ellipse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051560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 is the ONLY correct golden model — it's the same reference the Vortex team uses in 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438912" cy="438912"/>
          </a:xfrm>
          <a:prstGeom prst="ellipse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709928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golden models are industry standard (ARM, Intel, NVIDIA) — 100–1000× faster than SV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438912" cy="438912"/>
          </a:xfrm>
          <a:prstGeom prst="ellipse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368296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DPI-C is a direct binary bridge — not a translator. Same process, same memory, zero overhead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08376"/>
            <a:ext cx="438912" cy="438912"/>
          </a:xfrm>
          <a:prstGeom prst="ellipse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026664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simx_dpi.cpp owns the C++ state; svdpi.h bridges types; Makefile links it all into simx_model.so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66744"/>
            <a:ext cx="438912" cy="438912"/>
          </a:xfrm>
          <a:prstGeom prst="ellipse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66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3685032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is: init → load_bin → write_mem → dcr_write → run → read_mem → scoreboard compare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25112"/>
            <a:ext cx="438912" cy="438912"/>
          </a:xfrm>
          <a:prstGeom prst="ellipse">
            <a:avLst/>
          </a:prstGeom>
          <a:solidFill>
            <a:srgbClr val="1E3A6E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25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4343400"/>
            <a:ext cx="7635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 issues NOW: align simx_init() signatures, add simx_run() import, sync Makefile defines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36592"/>
            <a:ext cx="8412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UVM Verification Team  ·  Golden Model: SimX + DPI-C  ·  QuestaSim 2021 / Ubuntu 22.04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SimX Golden Model &amp; DPI-C Integration for Vortex UVM</dc:title>
  <dc:subject>PptxGenJS Presentation</dc:subject>
  <dc:creator>Vortex UVM Team</dc:creator>
  <cp:lastModifiedBy>Vortex UVM Team</cp:lastModifiedBy>
  <cp:revision>1</cp:revision>
  <dcterms:created xsi:type="dcterms:W3CDTF">2026-02-28T14:00:10Z</dcterms:created>
  <dcterms:modified xsi:type="dcterms:W3CDTF">2026-02-28T14:00:10Z</dcterms:modified>
</cp:coreProperties>
</file>