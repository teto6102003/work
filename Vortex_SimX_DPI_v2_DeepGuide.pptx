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7432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27432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64008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64008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64008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100584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100584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100584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37160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37160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137160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329184"/>
            <a:ext cx="1097280" cy="0"/>
          </a:xfrm>
          <a:prstGeom prst="line">
            <a:avLst/>
          </a:prstGeom>
          <a:noFill/>
          <a:ln w="635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27264" y="694944"/>
            <a:ext cx="768096" cy="0"/>
          </a:xfrm>
          <a:prstGeom prst="line">
            <a:avLst/>
          </a:prstGeom>
          <a:noFill/>
          <a:ln w="6350">
            <a:solidFill>
              <a:srgbClr val="4FC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060704"/>
            <a:ext cx="365760" cy="0"/>
          </a:xfrm>
          <a:prstGeom prst="line">
            <a:avLst/>
          </a:prstGeom>
          <a:noFill/>
          <a:ln w="6350">
            <a:solidFill>
              <a:srgbClr val="4FC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011680"/>
            <a:ext cx="2011680" cy="2011680"/>
          </a:xfrm>
          <a:prstGeom prst="rect">
            <a:avLst/>
          </a:prstGeom>
          <a:solidFill>
            <a:srgbClr val="1E3A6E"/>
          </a:solidFill>
          <a:ln w="190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84848" y="2121408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2560320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2999232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4848" y="3438144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2121408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2560320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2999232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3438144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2672" y="2121408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62672" y="2560320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62672" y="2999232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62672" y="3438144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01584" y="2121408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01584" y="2560320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01584" y="2999232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01584" y="3438144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GPGPU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10972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Golden Model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548640" y="18288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DPI-C Integration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548640" y="2606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Deep Guide — Project Files, Architecture &amp; Full Example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3154680"/>
            <a:ext cx="4114800" cy="36576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91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Vortex UVM Verification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QuestaSim 2021 | Platform: Ubuntu 22.04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— File Deep-Dive &amp; Complete Example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22860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1170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25296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9848" y="1005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Options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vs Spike, POCL, Verilator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212848"/>
            <a:ext cx="4114800" cy="1170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23744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9848" y="2304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C++ for Golden Models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26700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— ARM, Intel, NVIDIA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511296"/>
            <a:ext cx="4114800" cy="1170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822192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9848" y="3602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Integration Methods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39684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ways — why DPI-C wins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4114800" cy="1170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225296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1005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DPI-C?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bridge, not translator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114800" cy="1170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523744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2304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File Dives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26700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 · simx_pkg.sv · vortex_config.sv · Makefile · test_top.sv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11296"/>
            <a:ext cx="4114800" cy="1170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822192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04688" y="3602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Example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4688" y="39684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call → DPI bridge → SimX runs → results return to UVM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Options for Vortex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3200400" cy="457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503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simulators could serve as golden reference?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20116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16152"/>
            <a:ext cx="20116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16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Spike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ISA Simulator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82880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RISC-V Foundation reference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GPU warps/threads model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Vortex ISA extensions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DCR registers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216152"/>
            <a:ext cx="20116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16152"/>
            <a:ext cx="20116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16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POCL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Computing Language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78608" y="182880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same OpenCL kernels on CPU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Algorithm-level only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microarchitecture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memory hierarchy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216152"/>
            <a:ext cx="20116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216152"/>
            <a:ext cx="20116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16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Verilator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at Higher Speed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27448" y="182880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RTL simulation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✗✗ RTL vs itself — useless!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✗✗ Defeats verification purpose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false confidence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216152"/>
            <a:ext cx="2011680" cy="3657600"/>
          </a:xfrm>
          <a:prstGeom prst="rect">
            <a:avLst/>
          </a:prstGeom>
          <a:solidFill>
            <a:srgbClr val="E6FFF8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16152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216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SimX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Functional Simulator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 CHOICE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76288" y="2029968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Models every warp &amp; thread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Vortex ISA extensions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DCRs + memory hierarchy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Same team, used in CI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lives at: sim/simx/  —  Written by the Vortex team, used in their own CI pipeline to validate the RTL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SimX is the Definitive Choice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22860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97764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371600"/>
                <a:gridCol w="1371600"/>
              </a:tblGrid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SimX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Verilator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Vortex Warps/Threads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Vortex ISA Extensions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Hierarchy (Cache+DRAM)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Flat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RTL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DCR Register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RTL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Memory / Barriers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Approx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RTL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by Vortex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Vortex CI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Memory Map (0x80000000)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Depends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C++ Normal for Golden Models?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2743200" cy="457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it is the industry standard 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07008"/>
            <a:ext cx="4114800" cy="384048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C++ Dominates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691640"/>
            <a:ext cx="384048" cy="384048"/>
          </a:xfrm>
          <a:prstGeom prst="ellipse">
            <a:avLst/>
          </a:prstGeom>
          <a:solidFill>
            <a:srgbClr val="F0F4FF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691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892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100x–1000x faster than RTL sim — results in microseconds, not hours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441448"/>
            <a:ext cx="384048" cy="384048"/>
          </a:xfrm>
          <a:prstGeom prst="ellipse">
            <a:avLst/>
          </a:prstGeom>
          <a:solidFill>
            <a:srgbClr val="F0F4FF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441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Level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426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WHAT happens, not HOW — behavioral, not structural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3191256"/>
            <a:ext cx="384048" cy="384048"/>
          </a:xfrm>
          <a:prstGeom prst="ellipse">
            <a:avLst/>
          </a:prstGeom>
          <a:solidFill>
            <a:srgbClr val="F0F4FF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⚙️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1912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Algorithm-Friendly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3924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STL: file I/O, exceptions, FP math, containers, all native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941064"/>
            <a:ext cx="384048" cy="384048"/>
          </a:xfrm>
          <a:prstGeom prst="ellipse">
            <a:avLst/>
          </a:prstGeom>
          <a:solidFill>
            <a:srgbClr val="F0F4FF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🚫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9410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is Wrong Tool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1422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 SV golden model for trivial blocks (FIFO, regfile)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207008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207008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2070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Precedent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28032" y="1682496"/>
            <a:ext cx="1005840" cy="219456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97880" y="16824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28032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Cycle Models for Cortex verification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28032" y="2267712"/>
            <a:ext cx="1005840" cy="219456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2677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97880" y="22677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SoftSIM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8032" y="25054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ISS for Core processor validation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28032" y="2852928"/>
            <a:ext cx="1005840" cy="219456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852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28529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Sim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032" y="30906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GPU shader behavior reference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28032" y="3438144"/>
            <a:ext cx="1005840" cy="219456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4381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97880" y="34381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28032" y="3675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ISA reference — the community standard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28032" y="4023360"/>
            <a:ext cx="1005840" cy="219456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4023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97880" y="40233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28032" y="42611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GPGPU ISA simulator — your golden model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Ways to Integrate C++ with SV/UVM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22860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914400"/>
          </a:xfrm>
          <a:prstGeom prst="rect">
            <a:avLst/>
          </a:prstGeom>
          <a:solidFill>
            <a:srgbClr val="0D2D2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124712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544" y="978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005840"/>
            <a:ext cx="987552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00584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CHOSEN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23544" y="12618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IEEE std · Zero overhead · In-process · Bidirectional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Type mapping needed · .so must be -fPIC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" y="2148840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3544" y="2002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PLI/VPI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4408" y="2029968"/>
            <a:ext cx="987552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202996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23544" y="22860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Works with old simulators · Can introspect hierarchy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23544" y="2523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Verbose API · Deprecated · Slow · Nobody uses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962656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172968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3544" y="3026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SystemC+TLM-2.0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64408" y="3054096"/>
            <a:ext cx="987552" cy="21945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305409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23544" y="33101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Clean OOP · QuestaSim native · TLM-2.0 standard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23544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SimX isn't SystemC — extra wrap overhead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986784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" y="4197096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3544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(Sockets/Pipes)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64408" y="4078224"/>
            <a:ext cx="987552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407822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3544" y="4334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 isolation · Multi-machine possible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23544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High latency · Serialization · Sync complexity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914400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64608" y="1124712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58384" y="978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Exchange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699248" y="1005840"/>
            <a:ext cx="987552" cy="21945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9248" y="100584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58384" y="12618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Zero complexity · Any tool works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58384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Post-mortem only · No live feedback · Slow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1938528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64608" y="2148840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58384" y="2002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e/Specman (HVL)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99248" y="2029968"/>
            <a:ext cx="987552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99248" y="202996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58384" y="22860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Was industry std in 2000s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358384" y="2523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Proprietary · Cadence only · Replaced by UVM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2962656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64608" y="3172968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58384" y="3026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MATLAB/Simulink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699248" y="3054096"/>
            <a:ext cx="987552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99248" y="305409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58384" y="33101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Great for DSP/signal work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358384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Extreme cost · Cannot model RISC-V ISA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DPI-C?  —  The Core Concept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36576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8503920" cy="475488"/>
          </a:xfrm>
          <a:prstGeom prst="rect">
            <a:avLst/>
          </a:prstGeom>
          <a:solidFill>
            <a:srgbClr val="3D000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DPI-C is NOT: </a:t>
            </a:r>
            <a:pPr algn="ctr"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translator · a compiler · a language wrapper (SWIG/ctypes) · a process boundary · a code generator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99032"/>
            <a:ext cx="8503920" cy="475488"/>
          </a:xfrm>
          <a:prstGeom prst="rect">
            <a:avLst/>
          </a:prstGeom>
          <a:solidFill>
            <a:srgbClr val="0D2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99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DPI-C IS: </a:t>
            </a:r>
            <a:pPr algn="ctr" indent="0" marL="0">
              <a:buNone/>
            </a:pPr>
            <a:r>
              <a:rPr lang="en-US" sz="11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binary interface bridge — standardized calling convention for SV simulator to call compiled C/C++ in a shared library, in the same process, at near-zero cost.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2377440" cy="1554480"/>
          </a:xfrm>
          <a:prstGeom prst="rect">
            <a:avLst/>
          </a:prstGeom>
          <a:solidFill>
            <a:srgbClr val="12235A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1901952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79776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simx_init()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2743200"/>
            <a:ext cx="36576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993392"/>
            <a:ext cx="237744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1901952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Runtime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779776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dlopen / dlsym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 marshaling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2743200"/>
            <a:ext cx="36576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993392"/>
            <a:ext cx="2377440" cy="1554480"/>
          </a:xfrm>
          <a:prstGeom prst="rect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901952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2779776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"C"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 { ... }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813048"/>
            <a:ext cx="406908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"C"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38496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Disables C++ name mangling → plain symbol names visible in .so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288536"/>
            <a:ext cx="406908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325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svdpi.h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0" y="4325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svOpenArrayHandle, svBitVecVal — the interface types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813048"/>
            <a:ext cx="406908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-sv_lib simx_model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38496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vsim to dlopen() the .so before simulation starts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288536"/>
            <a:ext cx="406908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325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4325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function prototype — SV compiler trusts the .so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Architecture: Inside QuestaSim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32004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8595360" cy="4069080"/>
          </a:xfrm>
          <a:prstGeom prst="rect">
            <a:avLst/>
          </a:prstGeom>
          <a:solidFill>
            <a:srgbClr val="0F1E3D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QuestaSim vsim — Single OS Process  (Everything shares the same memory space — zero-copy, zero-overhead)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560320" cy="3520440"/>
          </a:xfrm>
          <a:prstGeom prst="rect">
            <a:avLst/>
          </a:prstGeom>
          <a:solidFill>
            <a:srgbClr val="1E3A6E"/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88720"/>
            <a:ext cx="2560320" cy="347472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Simulator Kernel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Testbench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0025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"DPI-C"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404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simx_init(2,4,4)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807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simx_write_mem(..)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209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simx_run()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simx_read_mem(..)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014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ap.write(txn)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63240" y="2743200"/>
            <a:ext cx="685800" cy="0"/>
          </a:xfrm>
          <a:prstGeom prst="line">
            <a:avLst/>
          </a:prstGeom>
          <a:noFill/>
          <a:ln w="3810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26334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49040" y="1188720"/>
            <a:ext cx="2240280" cy="3520440"/>
          </a:xfrm>
          <a:prstGeom prst="rect">
            <a:avLst/>
          </a:prstGeom>
          <a:solidFill>
            <a:srgbClr val="0D2B33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188720"/>
            <a:ext cx="22402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1887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Runtime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13048" y="1600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dlopen('simx_model.so')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3048" y="19568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dlsym('simx_init')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3048" y="2313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13048" y="2670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int  → C 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13048" y="30266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string→ char*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13048" y="3383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byte[]→ svHandle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13048" y="37398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13048" y="40965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to C++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89320" y="2743200"/>
            <a:ext cx="54864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26334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1188720"/>
            <a:ext cx="2148840" cy="3520440"/>
          </a:xfrm>
          <a:prstGeom prst="rect">
            <a:avLst/>
          </a:prstGeom>
          <a:solidFill>
            <a:srgbClr val="0D2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1188720"/>
            <a:ext cx="2148840" cy="347472"/>
          </a:xfrm>
          <a:prstGeom prst="rect">
            <a:avLst/>
          </a:prstGeom>
          <a:solidFill>
            <a:srgbClr val="185A30"/>
          </a:solidFill>
          <a:ln w="12700">
            <a:solidFill>
              <a:srgbClr val="185A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11887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simx_model.so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47688" y="1600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 {}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47688" y="19568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g_processor*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47688" y="2313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g_ram* (4 GB)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47688" y="2670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g_arch*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47688" y="30266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47688" y="3383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softfloat.a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47688" y="37398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libramulator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47688" y="4096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 .obj files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Zero-copy | Same process memory | No serialization | No IPC overhead | g_processor/g_ram persist between all DPI calls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Environment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2743200" cy="457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859536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22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Environment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017520" cy="2331720"/>
          </a:xfrm>
          <a:prstGeom prst="rect">
            <a:avLst/>
          </a:prstGeom>
          <a:solidFill>
            <a:srgbClr val="F0F4FF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70432"/>
            <a:ext cx="3017520" cy="2743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Agent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536192"/>
            <a:ext cx="1188720" cy="384048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36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11887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2103120"/>
            <a:ext cx="1188720" cy="38404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286000"/>
            <a:ext cx="731520" cy="0"/>
          </a:xfrm>
          <a:prstGeom prst="line">
            <a:avLst/>
          </a:prstGeom>
          <a:noFill/>
          <a:ln w="25400">
            <a:solidFill>
              <a:srgbClr val="1223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1579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TXN ►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0" y="1170432"/>
            <a:ext cx="2286000" cy="2331720"/>
          </a:xfrm>
          <a:prstGeom prst="rect">
            <a:avLst/>
          </a:prstGeom>
          <a:solidFill>
            <a:srgbClr val="E6FFF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1170432"/>
            <a:ext cx="2286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0" y="150876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 ← from RTL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← from SimX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≟ expected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  /  ✗ FAIL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3547872"/>
            <a:ext cx="0" cy="-347472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2186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TXN ▲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8229600" cy="1170432"/>
          </a:xfrm>
          <a:prstGeom prst="rect">
            <a:avLst/>
          </a:prstGeom>
          <a:solidFill>
            <a:srgbClr val="E8FFF4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solidFill>
            <a:srgbClr val="185A30"/>
          </a:solidFill>
          <a:ln w="12700">
            <a:solidFill>
              <a:srgbClr val="185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simx_golden_model  (UVM Component — run_phase)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3986784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8678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645920" y="414223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55648" y="3986784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55648" y="398678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simx_load_bin()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807208" y="414223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16936" y="3986784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16936" y="398678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simx_write_mem()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968496" y="414223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078224" y="3986784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78224" y="398678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simx_dcr_write()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29784" y="414223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39512" y="3986784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9512" y="398678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simx_run()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91072" y="414223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3986784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98678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simx_read_mem()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452360" y="414223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62088" y="3986784"/>
            <a:ext cx="1051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62088" y="398678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ap.write(txn)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Data Flow — Vector Addition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36576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32918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2376" y="124358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cfg.num_cores, warps, threads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51760" y="960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new Arch() · new RAM(4GB) · new Processor()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attach_ram(g_ram), verify RAM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987552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38528"/>
            <a:ext cx="41148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38528"/>
            <a:ext cx="32918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86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simx_load_bin()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" y="226771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cfg.kernel_path, 64'h80000000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51760" y="198424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g_ram-&gt;write(kernel bytes, 0x80000000)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06040" y="2011680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62656"/>
            <a:ext cx="4114800" cy="960120"/>
          </a:xfrm>
          <a:prstGeom prst="rect">
            <a:avLst/>
          </a:prstGeom>
          <a:solidFill>
            <a:srgbClr val="0D1F35"/>
          </a:solidFill>
          <a:ln w="190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62656"/>
            <a:ext cx="329184" cy="9601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101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simx_write_mem()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" y="329184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byte input_A[] → 64'h90000000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3008376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svGetArrayPtr(data) → g_ram-&gt;write(src,addr)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06040" y="3035808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986784"/>
            <a:ext cx="41148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86784"/>
            <a:ext cx="32918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342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simx_dcr_write()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" y="4315968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STARTUP_ADDR · NUM_THREADS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51760" y="4032504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g_processor-&gt;dcr_write(addr, val)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06040" y="4059936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914400"/>
            <a:ext cx="4114800" cy="960120"/>
          </a:xfrm>
          <a:prstGeom prst="rect">
            <a:avLst/>
          </a:prstGeom>
          <a:solidFill>
            <a:srgbClr val="0D2D2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914400"/>
            <a:ext cx="329184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2618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11496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simx_run()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11496" y="124358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exitcode = simx_run()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40880" y="960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g_processor-&gt;run() — all warps, all instrs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g_ram[0x90020000] = [results]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95160" y="987552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938528"/>
            <a:ext cx="4114800" cy="960120"/>
          </a:xfrm>
          <a:prstGeom prst="rect">
            <a:avLst/>
          </a:prstGeom>
          <a:solidFill>
            <a:srgbClr val="0D1F35"/>
          </a:solidFill>
          <a:ln w="190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1938528"/>
            <a:ext cx="329184" cy="9601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286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11496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simx_read_mem()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11496" y="226771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result_data = new[cfg.data_size]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40880" y="198424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g_ram-&gt;read(dest, 0x90020000) — ZERO COPY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95160" y="2011680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2962656"/>
            <a:ext cx="41148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2962656"/>
            <a:ext cx="32918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3101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11496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ap.write(txn)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11496" y="329184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expected_txn → Scoreboard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40880" y="3008376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→ Scoreboard.write_golden() → compare vs RTL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95160" y="3035808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14859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What Each File IS and What It Does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46304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simx_dpi.cpp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12848" y="4023360"/>
            <a:ext cx="146304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simx_pkg.sv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77056" y="4023360"/>
            <a:ext cx="146304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vortex_config.sv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41264" y="4023360"/>
            <a:ext cx="146304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Makefile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05472" y="4023360"/>
            <a:ext cx="146304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test_top.sv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 — Part 1: What It Is &amp; Global State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41148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4023360" cy="1417320"/>
          </a:xfrm>
          <a:prstGeom prst="rect">
            <a:avLst/>
          </a:prstGeom>
          <a:solidFill>
            <a:srgbClr val="1E3A6E"/>
          </a:solidFill>
          <a:ln w="1524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023360" cy="2743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file?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8587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layer. </a:t>
            </a:r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 is the ONLY file that has access to both worlds simultaneously — it sees SystemVerilog arrays (via svdpi.h) and it owns the SimX C++ objects (Processor, RAM, Arch). Nothing else touches both.
</a:t>
            </a:r>
            <a:pPr indent="0" marL="0">
              <a:buNone/>
            </a:pPr>
            <a:r>
              <a:rPr lang="en-US" sz="9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compiles into simx_model.so  </a:t>
            </a:r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shared library loaded by QuestaSim at startup.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251960" cy="1417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68680"/>
            <a:ext cx="425196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686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 (435 lines)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1704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#includes + using namespace vortex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13533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svdpi.h, processor.h, arch.h, mem.h, VX_config.h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63440" y="15361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Static globals (6 pointers/flags)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7190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g_processor, g_ram, g_arch, g_initialized, g_startup_addr, g_ram_attached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19019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extern "C" { ... 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0848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 exported functions: cleanup, init, init_exit_code, load_bin, write_mem, read_mem, dcr_write, run, step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35000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Global State: Why statics?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06040"/>
            <a:ext cx="4160520" cy="148132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" y="2697480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These 6 statics live in the .so's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2944368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BSS/data segment. They PERSIST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9768" y="3191256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between every single DPI call.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9768" y="3438144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Processor* g_processor = nullptr;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3685032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RAM*       g_ram       = nullptr;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9768" y="3931920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Arch*      g_arch      = nullptr;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2606040"/>
            <a:ext cx="4251960" cy="148132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26334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globals and NOT local variables?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29077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When SV calls simx_init() → objects created in .so memory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31546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When SV calls simx_write_mem() → same g_ram still exists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34015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When SV calls simx_run() → same g_processor executes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364845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When SV calls simx_read_mem() → same g_ram has results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63440" y="389534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Local vars would die at end of each function call ← WRONG!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41605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simx_init(): What it actually does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416552"/>
            <a:ext cx="4160520" cy="65836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29768" y="4507992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simx_init(int nc, int nw, int nt) {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9768" y="4754880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g_arch = new Arch(nt, nw, nc); // ORDER: threads,warps,cores!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29768" y="5001768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g_ram  = new RAM(0x100000000ULL, 4096); // 4GB, 4KB pages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4416552"/>
            <a:ext cx="4251960" cy="65836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81728" y="4507992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g_processor = new Processor(*g_arch);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81728" y="4754880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g_processor-&gt;attach_ram(g_ram); // processor can see RAM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81728" y="5001768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verify: write 0xDEADBEEF, read back, check match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 — Part 2: Memory &amp; Execution Functions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45720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simx_write_mem()  — How SV byte[] becomes uint8_t* in C++ WITHOUT copying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029200" cy="12984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280160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simx_write_mem(uint64_t addr, int size,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527048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const svOpenArrayHandle data)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1773936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svGetArrayPtr: gets RAW pointer into SV array's memory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020824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uint8_t* src = (uint8_t*)svGetArrayPtr(data);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267712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g_ram-&gt;write(src, addr, size); // direct, zero-copy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514600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58968" y="1188720"/>
            <a:ext cx="3364992" cy="1298448"/>
          </a:xfrm>
          <a:prstGeom prst="rect">
            <a:avLst/>
          </a:prstGeom>
          <a:solidFill>
            <a:srgbClr val="1E3A6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50408" y="1216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svOpenArrayHandle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50408" y="144475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opaque handle to a SV dynamic array (byte data[]).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svGetArrayPtr() returns a raw C pointer to the same physical bytes — the SV simulator and C++ literally share the same memory addresses.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memcpy. No buffer. Zero overhead.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850392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60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simx_read_mem()  — How results in g_ram get back to SV byte array after execution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71216"/>
            <a:ext cx="5029200" cy="11430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" y="2962656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simx_read_mem(uint64_t addr, int size,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3209544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const svOpenArrayHandle data) 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9768" y="3456432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uint8_t* dest = (uint8_t*)svGetArrayPtr(data);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9768" y="3703320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g_ram-&gt;read(dest, addr, size);  // reads from SimX RAM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3950208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dest IS the SV byte[], same memory, no copy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58968" y="2871216"/>
            <a:ext cx="3364992" cy="11430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50408" y="2898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simx_run() returns: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50408" y="314553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g_ram contains the FULL state of memory after every warp executed every instruction. Calling read_mem() at the result address gives you exactly what the GPU program wrote.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069080"/>
            <a:ext cx="4160520" cy="274320"/>
          </a:xfrm>
          <a:prstGeom prst="rect">
            <a:avLst/>
          </a:prstGeom>
          <a:solidFill>
            <a:srgbClr val="0D2D22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69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simx_run() — Run to completion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370832"/>
            <a:ext cx="4160520" cy="65836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9768" y="4462272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simx_run() {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9768" y="4709160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exitcode = g_processor-&gt;run(); // blocking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9768" y="4956048"/>
            <a:ext cx="3941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exitcode;  // 0 = success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4069080"/>
            <a:ext cx="425196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0690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simx_dcr_write() — Configure the processor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4370832"/>
            <a:ext cx="4251960" cy="65836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81728" y="4462272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simx_dcr_write(uint32_t addr, uint32_t value) {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81728" y="4709160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g_processor-&gt;dcr_write(addr, value);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81728" y="4956048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Sets STARTUP_ADDR, NUM_THREADS, etc.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 — Part 3: Bootstrap (x3 Register Problem)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41148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8503920" cy="960120"/>
          </a:xfrm>
          <a:prstGeom prst="rect">
            <a:avLst/>
          </a:prstGeom>
          <a:solidFill>
            <a:srgbClr val="3D15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SimX's Processor::run() uses register x3 as the exit code register. When the RISC-V program finishes (ebreak), run() reads x3 and returns it as the exit code. BUT — x3 is NOT initialized by the RISC-V startup convention (the ABI only guarantees x0=0). So x3 could contain any garbage value like 0x4D414C4C ('MALL') causing run() to return a false failure exit code even when the program ran correctly.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892808"/>
            <a:ext cx="8503920" cy="274320"/>
          </a:xfrm>
          <a:prstGeom prst="rect">
            <a:avLst/>
          </a:prstGeom>
          <a:solidFill>
            <a:srgbClr val="0D2D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92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simx_init_exit_code_register(): inject 3 RISC-V instructions at startup_addr - 16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212848"/>
            <a:ext cx="5029200" cy="212140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2304288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Bootstrap code written to RAM at (startup_addr - 16)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551176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bootstrap[16] = {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798064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Instruction 1: addi x3, x0, 0  (set x3 = 0)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3044952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0x93, 0x01, 0x00, 0x00,  // → x3 = 0 (exit code)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3291840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Instruction 2: auipc x1, 0  (get current PC)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3538728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0x97, 0x00, 0x00, 0x00,  // → x1 = bootstrap_addr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" y="3785616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Instruction 3: jalr x0, x1, 16  (jump to x1+16)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4032504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0x67, 0x80, 0x00, 0x01   // → jumps to startup_addr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9768" y="4279392"/>
            <a:ext cx="4809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58968" y="2212848"/>
            <a:ext cx="3364992" cy="212140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50408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 After Bootstrap Install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50408" y="25420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0x7FFFFFF0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0" y="254203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x3,x0,0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50408" y="289864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0x7FFFFFF4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0" y="289864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auipc x1, 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50408" y="325526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0x7FFFFFF8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0" y="325526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jalr x0, x1, 16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50408" y="36118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0x7FFFFFFC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0" y="36118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nop (padding)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50408" y="396849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0x80000000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0" y="396849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real program starts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4389120"/>
            <a:ext cx="8503920" cy="457200"/>
          </a:xfrm>
          <a:prstGeom prst="rect">
            <a:avLst/>
          </a:prstGeom>
          <a:solidFill>
            <a:srgbClr val="1E3A6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41655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writing bootstrap to RAM, the function also updates the DCR STARTUP_ADDR to point to the bootstrap address (0x7FFFFFF0), so the processor fetches from there first. It sets x3=0, then jumps to the real program at 0x80000000.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— zero changes to user program needed.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simx_pkg.sv — The SV-Side Interface Package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41148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8503920" cy="640080"/>
          </a:xfrm>
          <a:prstGeom prst="rect">
            <a:avLst/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simx_pkg.sv is the SystemVerilog "declaration layer". It tells the SV compiler that certain functions exist in a compiled .so file, without needing to know how they work. It also wraps those calls in a proper UVM component class (simx_golden_model) with lifecycle phases.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DPI-C import declarations (the bridge declarations)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5303520" cy="18105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920240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 context function int simx_init(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2167128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input string kernel_file,  // ⚠ MISMATCH! Not in cpp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414016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input int num_cores,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660904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input int num_warps,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907792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input int num_threads);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3154680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3401568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 context function int simx_step(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3648456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input int cycles);  // ⚠ BUG: simx_run() not imported!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15000" y="1828800"/>
            <a:ext cx="3108960" cy="1810512"/>
          </a:xfrm>
          <a:prstGeom prst="rect">
            <a:avLst/>
          </a:prstGeom>
          <a:solidFill>
            <a:srgbClr val="3D000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1856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 Critical Mismatches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06440" y="2130552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simx_init() signature: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has 'string kernel_file'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has NO such param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Linker error at runtime!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simx_run() missing: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calls simx_step(0)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step(0) = noop!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import of simx_run()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3703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simx_golden_model class structure (UVM component)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959352"/>
            <a:ext cx="8503920" cy="10698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" y="4050792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simx_golden_model extends uvm_component;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9768" y="4297680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vortex_config cfg;                    // gets cfg in build_phase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4544568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uvm_analysis_port #(uvm_sequence_item) ap;  // sends expected txn to scoreboard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9768" y="4791456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 run_phase(phase): simx_init→write_mem→dcr_write→run→read_mem→ap.write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9768" y="5038344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 report_phase(phase): simx_cleanup();  // CRITICAL — free C++ objects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29768" y="5285232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endclass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vortex_config.sv — The Central Config Object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4114800" cy="457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file is the Single Source of Truth. EVERY component reads from it — driver, golden model, scoreboard, assertions all pull from the same cfg object stored in uvm_config_db.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2976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22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297680" cy="2743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num_clusters, num_cores, num_warps, num_threads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num_barriers = num_warps /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socket_size, issue_width, ibuf_size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487168"/>
            <a:ext cx="42976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87168"/>
            <a:ext cx="42976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87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Extensions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779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xlen_64, xlen (32 or 64)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054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ext_f, ext_d, ext_m, ext_a, ext_c, ext_zicond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328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flen (0, 32, or 64)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694176"/>
            <a:ext cx="42976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6D5A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694176"/>
            <a:ext cx="4297680" cy="274320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941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Hierarchy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986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icache_enable/size, dcache_enable/size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261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l2_enable/size, l3_enable/size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5354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cache_line_size, num_icaches, num_dcaches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39776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280160"/>
            <a:ext cx="397764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280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Test/SimX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5727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simx_enable — gate the golden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18470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program_path, result_base_addr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1214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result_size_bytes, simx_timeout_cycles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487168"/>
            <a:ext cx="39776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487168"/>
            <a:ext cx="397764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4871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27797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startup_addr = 0x80000000 (default)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0540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stack_base_addr = startup + 1MB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33284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io_base_addr = 0xFF000000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set_defaults_from_vx_config() reads Makefile -D defines (NUM_CORES, NUM_WARPS...) via `ifdef — config and Makefile must match at ALL times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— Build Orchestrator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32004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503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Makefile's job: compile simx_dpi.cpp + link pre-built SimX objects + link dependencies → produce simx_model.so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Build Line — everything that goes into simx_model.so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35608"/>
            <a:ext cx="8503920" cy="9601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527048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$(CXX) -shared -fPIC \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773936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-I$(QUESTA_HOME)/include \   # for svdpi.h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2020824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-I$(SIMX_DIR) -I$(HW_DIR) \ # for processor.h, arch.h, VX_config.h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267712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simx_dpi.cpp $(SIMX_OBJS) softfloat.a -lramulator \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514600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-Wl,-rpath,$(RAMULATOR_LIB_DIR) -o simx_model.so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114800" cy="1051560"/>
          </a:xfrm>
          <a:prstGeom prst="rect">
            <a:avLst/>
          </a:prstGeom>
          <a:solidFill>
            <a:srgbClr val="1E3A6E"/>
          </a:solidFill>
          <a:ln w="1524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68880"/>
            <a:ext cx="4114800" cy="25603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-shared -fPIC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743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linker to produce a shared library (.so) instead of executable. -fPIC = Position Independent Code — required for any code that can be dlopen()'d by vsim at any load address.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14800" cy="1051560"/>
          </a:xfrm>
          <a:prstGeom prst="rect">
            <a:avLst/>
          </a:prstGeom>
          <a:solidFill>
            <a:srgbClr val="1E3A6E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11880"/>
            <a:ext cx="41148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$(SIMX_OBJS)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886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Pre-compiled SimX .o files: processor.o, core.o, warp.o, instr.o, etc. You run 'make' in sim/simx/ first, then link those objects HERE instead of recompiling them. This avoids duplicating SimX's build system.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468880"/>
            <a:ext cx="4114800" cy="1051560"/>
          </a:xfrm>
          <a:prstGeom prst="rect">
            <a:avLst/>
          </a:prstGeom>
          <a:solidFill>
            <a:srgbClr val="1E3A6E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68880"/>
            <a:ext cx="411480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-DNUM_CORES=2 -DNUM_WARPS=4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743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defines that SimX reads at COMPILE TIME. The Arch() constructor uses NUM_THREADS, NUM_WARPS, NUM_CORES constants. If these don't match the RTL's VX_config.vh, SimX models a different processor → false failures.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114800" cy="1051560"/>
          </a:xfrm>
          <a:prstGeom prst="rect">
            <a:avLst/>
          </a:prstGeom>
          <a:solidFill>
            <a:srgbClr val="1E3A6E"/>
          </a:solidFill>
          <a:ln w="15240">
            <a:solidFill>
              <a:srgbClr val="79C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11880"/>
            <a:ext cx="4114800" cy="25603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-Wl,-rpath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3886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Ramulator library path inside the .so itself. Without this, vsim can't find libramulator.so at runtime unless LD_LIBRARY_PATH is manually set before every simulation run.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1E3A6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vsim invocation: vsim -c -sv_lib simx_model   →  'simx_model' tells vsim to dlopen simx_model.so before any SV code runs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test_top.sv — The Actual Test Module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36576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test_top.sv is the standalone SV test module that wires up DPI-C imports and calls them in a structured sequence. This is where you see exactly how the functions are called in practice.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0040" y="116128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declarations at module level (top of test_top.sv)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943600" cy="9601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508760"/>
            <a:ext cx="5724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 context function int  simx_init(int nc, int nw, int nt);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755648"/>
            <a:ext cx="5724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 context function void simx_write_mem(longint, int, input byte data[]);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2002536"/>
            <a:ext cx="5724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 context function void simx_read_mem(longint, int, inout byte data[]);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249424"/>
            <a:ext cx="5724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 context function int  simx_run();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496312"/>
            <a:ext cx="5724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 context function void simx_dcr_write(int addr, int value);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743200"/>
            <a:ext cx="5724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 context function void simx_init_exit_code_register();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82512" y="1417320"/>
            <a:ext cx="2441448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444752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test_top.sv uses the CORRECT simx_init() signature — no kernel_file param. This is the reference for fixing simx_pkg.sv.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imports simx_run() properly (not simx_step).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4414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sequence in initial begin block: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4114800" cy="6858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889504"/>
            <a:ext cx="365760" cy="36576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779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simx_init(num_cores, num_warps, num_threads)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all C++ objects, verifies RAM with 0xDEADBEEF test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493008"/>
            <a:ext cx="4114800" cy="6858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639312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529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configure_dcrs()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" y="3803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simx_dcr_write(VX_DCR_BASE_STARTUP_ADDR0, startup_addr[31:0])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242816"/>
            <a:ext cx="4114800" cy="6858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38912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load_test_program(startup_addr)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4553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byte[] with RISC-V instructions, calls simx_write_mem()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2743200"/>
            <a:ext cx="4114800" cy="6858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889504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2779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simx_init_exit_code_register()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5780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installs bootstrap at startup-16, updates DCR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3493008"/>
            <a:ext cx="4114800" cy="6858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639312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529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exitcode = simx_run()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57800" y="3803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until all warps finish — fast: microseconds for short kernels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4242816"/>
            <a:ext cx="4114800" cy="6858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4389120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check_results(result_addr, result_size)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57800" y="4553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simx_read_mem(), reads result bytes, checks against expected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14859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Example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Test → DPI Bridge → SimX Executes → Results Return to UVM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trace a single call — simx_write_mem() — through all 4 layers showing exactly what code runs and where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920240" cy="5029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UVM Test (SV)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3794760"/>
            <a:ext cx="19202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DPI-C Bridge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3794760"/>
            <a:ext cx="19202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SimX C++ Execution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3794760"/>
            <a:ext cx="1920240" cy="502920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Results Return to UVM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UVM Test Calls the Function (SV Side)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4572000" cy="457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03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 have a vector-addition kernel. You need to write array A (input data) into SimX memory. Here is what happens — line by line — when the UVM run_phase calls simx_write_mem().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simx_golden_model::run_phase()  in  simx_pkg.sv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1234440"/>
            <a:ext cx="1965960" cy="22860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6288" y="1234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This is where you write the call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490472"/>
            <a:ext cx="8503920" cy="28163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1581912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run_phase(uvm_phase phase);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1828800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STEP 1: declare a SV dynamic byte array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075688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input_A[];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2322576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input_A = new[cfg.data_size];   // allocate e.g. 1024 bytes in SV heap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2569464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2816352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STEP 2: fill it with stimulus (from config or sequence)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" y="3063240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foreach(input_A[i]) input_A[i] = cfg.input_A[i];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3310128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9768" y="3557016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STEP 3: call the DPI-C function ← this is the magic line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" y="3803904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simx_write_mem(                  // function declared via import DPI-C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4050792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64'h90000000,                  // address in SimX's 4GB RAM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9768" y="4297680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cfg.data_size,                 // number of bytes to write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9768" y="4544568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input_A                        // the byte array — SV passes handle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4791456"/>
            <a:ext cx="8284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361688"/>
            <a:ext cx="8503920" cy="566928"/>
          </a:xfrm>
          <a:prstGeom prst="rect">
            <a:avLst/>
          </a:prstGeom>
          <a:solidFill>
            <a:srgbClr val="1E3A6E"/>
          </a:solidFill>
          <a:ln w="19050">
            <a:solidFill>
              <a:srgbClr val="1223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379976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SV actually does: </a:t>
            </a:r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the function call on the SV call stack and invokes the DPI-C dispatch mechanism. The SV simulator does NOT jump anywhere yet — it just packages the arguments and hands them to the DPI-C runtime layer. The 3rd argument (input_A) is passed as an svOpenArrayHandle — an opaque descriptor of where the array lives in SV memory.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DPI-C Bridge Hands Off to C++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4572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DPI-C runtime (inside QuestaSim) performs argument marshaling and jumps into simx_model.so. This is invisible to you but critical to understand.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1170432"/>
          </a:xfrm>
          <a:prstGeom prst="rect">
            <a:avLst/>
          </a:prstGeom>
          <a:solidFill>
            <a:srgbClr val="1E3A6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85039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A: Resolve symbol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vsim already ran dlopen('simx_model.so')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11480" y="17007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startup (via -sv_lib simx_model)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simx_write_mem symbol was resolved then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11480" y="21396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dlsym() lookup is instant — cached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663440" y="1463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vsim startup pseudocode: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168249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void* lib = dlopen('simx_model.so');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19019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 = dlsym(lib, 'simx_write_mem');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63440" y="21214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done — sym points to C++ function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0" y="1481328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50592"/>
            <a:ext cx="8503920" cy="1170432"/>
          </a:xfrm>
          <a:prstGeom prst="rect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450592"/>
            <a:ext cx="8503920" cy="25603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450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B: Marshal arguments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7432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int  → C int (direct register copy)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11480" y="29626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longint → uint64_t (direct)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11480" y="31821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byte[] → svOpenArrayHandle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11480" y="34015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(opaque descriptor, NOT a copy)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663440" y="27249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DPI runtime marshaling: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0" y="29443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uint64_t c_addr  = sv_longint_val(arg0);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3440" y="316382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  c_size  = sv_int_val(arg1);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338328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svHandle c_data  = sv_array_handle(arg2);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2743200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8503920" cy="1170432"/>
          </a:xfrm>
          <a:prstGeom prst="rect">
            <a:avLst/>
          </a:prstGeom>
          <a:solidFill>
            <a:srgbClr val="1E3A6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712464"/>
            <a:ext cx="85039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7124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C: Jump to C++ function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005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instruction pointer jumps to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11480" y="4224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 C++ code in .so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11480" y="44439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switch — same thread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11480" y="46634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stack — microsecond cost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663440" y="398678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CPU sees: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63440" y="4206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[sym]  ← direct function call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63440" y="442569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simx_write_mem(addr, size, handle)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63440" y="46451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 executing C++ code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4005072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983480"/>
            <a:ext cx="850392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SimX C++ Function Executes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5029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execution is inside simx_dpi.cpp. Real C++ code runs. Here is the complete annotated body of simx_write_mem() with every line explained.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892040" cy="3749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261872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simx_write_mem(uint64_t addr, int size,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508760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const svOpenArrayHandle data)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1755648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002536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Guard: if init() wasn't called first, abort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249424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(!g_initialized || !g_ram) return;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496312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2743200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 raw pointer to SV array's memory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2990088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uint8_t* src = (uint8_t*)svGetArrayPtr(data);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3236976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(!src) return; // null check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" y="3483864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3730752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Write directly to SimX RAM (zero-copy)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9768" y="3977640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g_ram-&gt;write(src, addr, size);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" y="4224528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4471416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Debug output (visible in vsim console)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9768" y="4718304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"[SimX-DPI] Wrote " &lt;&lt; size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9768" y="4965192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&lt;&lt; " bytes to 0x" &lt;&lt; hex &lt;&lt; addr;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5212080"/>
            <a:ext cx="4672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1808" y="1353312"/>
            <a:ext cx="3502152" cy="640080"/>
          </a:xfrm>
          <a:prstGeom prst="rect">
            <a:avLst/>
          </a:prstGeom>
          <a:solidFill>
            <a:srgbClr val="1E3A6E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21808" y="1673352"/>
            <a:ext cx="-201168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380744"/>
            <a:ext cx="33558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 — all functions check g_initialized first. If UVM forgot to call simx_init(), this returns safely with an error log instead of segfaulting.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321808" y="2176272"/>
            <a:ext cx="3502152" cy="640080"/>
          </a:xfrm>
          <a:prstGeom prst="rect">
            <a:avLst/>
          </a:prstGeom>
          <a:solidFill>
            <a:srgbClr val="1E3A6E"/>
          </a:solidFill>
          <a:ln w="10160">
            <a:solidFill>
              <a:srgbClr val="79C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21808" y="2496312"/>
            <a:ext cx="-201168" cy="0"/>
          </a:xfrm>
          <a:prstGeom prst="line">
            <a:avLst/>
          </a:prstGeom>
          <a:noFill/>
          <a:ln w="12700">
            <a:solidFill>
              <a:srgbClr val="79C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2203704"/>
            <a:ext cx="33558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svGetArrayPtr(data) is the DPI-C standard API call that extracts the raw C pointer from the SV array handle. After this line, src points to the SAME bytes as input_A[] in SV. No memcpy happened.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321808" y="2926080"/>
            <a:ext cx="3502152" cy="640080"/>
          </a:xfrm>
          <a:prstGeom prst="rect">
            <a:avLst/>
          </a:prstGeom>
          <a:solidFill>
            <a:srgbClr val="1E3A6E"/>
          </a:solidFill>
          <a:ln w="10160">
            <a:solidFill>
              <a:srgbClr val="7EE7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21808" y="3246120"/>
            <a:ext cx="-201168" cy="0"/>
          </a:xfrm>
          <a:prstGeom prst="line">
            <a:avLst/>
          </a:prstGeom>
          <a:noFill/>
          <a:ln w="12700">
            <a:solidFill>
              <a:srgbClr val="7EE7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2953512"/>
            <a:ext cx="33558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g_ram-&gt;write() is SimX's RAM class write method. src is a C pointer into SV memory, addr is 0x90000000, size is 1024. The bytes from the SV array land directly in g_ram's page table.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321808" y="3657600"/>
            <a:ext cx="3502152" cy="640080"/>
          </a:xfrm>
          <a:prstGeom prst="rect">
            <a:avLst/>
          </a:prstGeom>
          <a:solidFill>
            <a:srgbClr val="1E3A6E"/>
          </a:solidFill>
          <a:ln w="1016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21808" y="3977640"/>
            <a:ext cx="-201168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3685032"/>
            <a:ext cx="33558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cout debug output is printed to the vsim console. You can see '[SimX-DPI] Wrote 1024 bytes to 0x90000000' followed by the first bytes — very useful for debugging.</a:t>
            </a:r>
            <a:endParaRPr lang="en-US" sz="8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3b — Inside simx_run(): What SimX Actually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45720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write_mem and dcr_write calls are done, the UVM golden model calls simx_run(). This is the most important call — it triggers real RISC-V execution inside SimX.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11887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261872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simx_run() {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508760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g_processor-&gt;run() is BLOCKING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1755648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it doesn't return until the kernel finishes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002536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exitcode = g_processor-&gt;run();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249424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exitcode;  // 0 = success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496312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170432"/>
            <a:ext cx="416052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1978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g_processor-&gt;run() does inside SimX: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Fetches first instruction from g_ram[startup_addr]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Decodes it as RISC-V (supports Vortex GPU extensions)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754880" y="175564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Executes it across all warps × all threads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754880" y="191109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Advances PC, handles branches, loops, memory ops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754880" y="206654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Repeats until ebreak or exit system call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4754880" y="222199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Reads x3 register → returns as exit code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20040" y="245059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state before / during / after simx_run()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743200"/>
            <a:ext cx="4114800" cy="25603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43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run()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35808"/>
            <a:ext cx="4114800" cy="43891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03580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0x80000000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54480" y="30358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binary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50008" y="30358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[RISC-V instructions, loaded by load_bin()]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3511296"/>
            <a:ext cx="4114800" cy="43891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51129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0x90000000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54480" y="35112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350008" y="35112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[1,2,3,4,...] — written by simx_write_mem()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0040" y="3986784"/>
            <a:ext cx="4114800" cy="43891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98678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0x90010000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54480" y="39867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input_B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50008" y="3986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[10,20,30,40,...] — written by simx_write_mem()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0040" y="4462272"/>
            <a:ext cx="4114800" cy="438912"/>
          </a:xfrm>
          <a:prstGeom prst="rect">
            <a:avLst/>
          </a:prstGeom>
          <a:solidFill>
            <a:srgbClr val="0D2D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446227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0x90020000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554480" y="44622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50008" y="44622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[??] — not yet written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0" y="2743200"/>
            <a:ext cx="41148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743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run()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035808"/>
            <a:ext cx="4114800" cy="43891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03580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0x80000000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89320" y="30358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binary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84848" y="30358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[unchanged]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54880" y="3511296"/>
            <a:ext cx="4114800" cy="43891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51129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0x90000000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989320" y="35112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84848" y="35112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[1,2,3,4,...] — unchanged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54880" y="3986784"/>
            <a:ext cx="4114800" cy="43891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398678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0x90010000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89320" y="39867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input_B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84848" y="3986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[10,20,30,40,...] — unchanged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54880" y="4462272"/>
            <a:ext cx="4114800" cy="438912"/>
          </a:xfrm>
          <a:prstGeom prst="rect">
            <a:avLst/>
          </a:prstGeom>
          <a:solidFill>
            <a:srgbClr val="0D2D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446227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0x90020000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989320" y="44622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output_C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784848" y="44622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[11,22,33,44,...] ← written by GPU kernel!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Results Return from SimX to UVM Scoreboard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5029200" cy="45720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simx_run() has returned 0 (success). g_ram[0x90020000] now holds the expected output. Here is how it flows back to the UVM scoreboard.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16128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 — UVM calls simx_read_mem() to pull results out of g_ram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303520" cy="11430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508760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simx_golden_model::run_phase() (simx_pkg.sv):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1755648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result_data[];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002536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result_data = new[cfg.data_size]; // allocate SV byte array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249424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496312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simx_read_mem(64'h90020000,    // where results are in g_ram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2743200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cfg.data_size,    // how many bytes to read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2990088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result_data);     // SV array to fill — inout!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33288" y="1417320"/>
            <a:ext cx="3090672" cy="1143000"/>
          </a:xfrm>
          <a:prstGeom prst="rect">
            <a:avLst/>
          </a:prstGeom>
          <a:solidFill>
            <a:srgbClr val="1E3A6E"/>
          </a:solidFill>
          <a:ln w="12700">
            <a:solidFill>
              <a:srgbClr val="6D5A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24728" y="1444752"/>
            <a:ext cx="2926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simx_read_mem() (C++):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uint8_t* dest = svGetArrayPtr(data);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g_ram-&gt;read(dest, addr, size);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result_data in SV is NOW filled with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expected bytes — still zero-copy.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63347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 — Package result into a UVM transaction and send to scoreboard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89504"/>
            <a:ext cx="5303520" cy="12344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" y="2980944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transaction object (your project's txn type)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3227832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vortex_result_txn expected_txn;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9768" y="3474720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expected_txn = vortex_result_txn::type_id::create('expected_txn');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9768" y="3721608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expected_txn.data      = result_data;  // the expected bytes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3968496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expected_txn.base_addr = 64'h90020000;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9768" y="4215384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expected_txn.is_golden = 1;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9768" y="4462272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29768" y="4709160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result_ap.write(expected_txn); // send to scoreboard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33288" y="2889504"/>
            <a:ext cx="3090672" cy="1234440"/>
          </a:xfrm>
          <a:prstGeom prst="rect">
            <a:avLst/>
          </a:prstGeom>
          <a:solidFill>
            <a:srgbClr val="1E3A6E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24728" y="29169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receives from both sides: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24728" y="3154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expected (from SimX golden model)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actual (from RTL monitor)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write_golden(txn) stores expected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write_rtl(txn)    stores actual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compare_if_ready() → byte-by-byte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 = PASS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mismatch = UVM_ERROR with addr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" y="4178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 — report_phase cleans up C++ objects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434840"/>
            <a:ext cx="5303520" cy="56692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9768" y="4526280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void report_phase(uvm_phase phase);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9768" y="4773168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simx_cleanup(); // delete g_processor, g_ram, g_arch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9768" y="5020056"/>
            <a:ext cx="5084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endfunction  // CRITICAL: prevents memory leaks between tests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33288" y="4434840"/>
            <a:ext cx="3090672" cy="566928"/>
          </a:xfrm>
          <a:prstGeom prst="rect">
            <a:avLst/>
          </a:prstGeom>
          <a:solidFill>
            <a:srgbClr val="3D000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24728" y="446227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simx_cleanup() is skipped: each new test run leaks the old Processor + RAM objects (~4GB virtual). After several tests, the simulation runs out of memory and crashes.</a:t>
            </a:r>
            <a:endParaRPr lang="en-US" sz="8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Complete Call Stack for One Operation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54864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503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actually happens from top to bottom when your UVM test calls simx_write_mem():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8503920" cy="603504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3441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Test (simx_pkg.sv)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4081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simx_write_mem(64'h90000000, 1024, input_A);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0" y="12710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heap — input_A[] lives here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13248" y="1207008"/>
            <a:ext cx="0" cy="475488"/>
          </a:xfrm>
          <a:prstGeom prst="line">
            <a:avLst/>
          </a:prstGeom>
          <a:noFill/>
          <a:ln w="381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92224"/>
            <a:ext cx="8503920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00253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18288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Simulator DPI Dispatch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2066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marshal args → svOpenArrayHandle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dlsym('simx_write_mem') call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0" y="19293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QuestaSim internal runtime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13248" y="1865376"/>
            <a:ext cx="0" cy="475488"/>
          </a:xfrm>
          <a:prstGeom prst="line">
            <a:avLst/>
          </a:prstGeom>
          <a:noFill/>
          <a:ln w="381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50592"/>
            <a:ext cx="8503920" cy="603504"/>
          </a:xfrm>
          <a:prstGeom prst="rect">
            <a:avLst/>
          </a:prstGeom>
          <a:solidFill>
            <a:srgbClr val="0D5555"/>
          </a:solidFill>
          <a:ln w="12700">
            <a:solidFill>
              <a:srgbClr val="0D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266090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24871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Runtime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27249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addr=0x90000000, size=1024, handle→svGetArrayPtr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to C++ function address in .so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0" y="25877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QuestaSim DPI engine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13248" y="2523744"/>
            <a:ext cx="0" cy="475488"/>
          </a:xfrm>
          <a:prstGeom prst="line">
            <a:avLst/>
          </a:prstGeom>
          <a:noFill/>
          <a:ln w="381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108960"/>
            <a:ext cx="8503920" cy="603504"/>
          </a:xfrm>
          <a:prstGeom prst="rect">
            <a:avLst/>
          </a:prstGeom>
          <a:solidFill>
            <a:srgbClr val="0D2D22"/>
          </a:solidFill>
          <a:ln w="12700">
            <a:solidFill>
              <a:srgbClr val="0D2D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33192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31455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simx_dpi.cpp: simx_write_mem()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" y="3383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uint8_t* src = svGetArrayPtr(data); // ← same bytes as SV array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g_ram-&gt;write(src, 0x90000000, 1024);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0" y="3246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simx_model.so — in-process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13248" y="3182112"/>
            <a:ext cx="0" cy="475488"/>
          </a:xfrm>
          <a:prstGeom prst="line">
            <a:avLst/>
          </a:prstGeom>
          <a:noFill/>
          <a:ln w="381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767328"/>
            <a:ext cx="8503920" cy="60350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39776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38039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SimX: RAM::write()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= find_or_create_page(0x90000000);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memcpy(page + offset, src, 1024); // bytes stored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0" y="3904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RAM object in heap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13248" y="3840480"/>
            <a:ext cx="0" cy="475488"/>
          </a:xfrm>
          <a:prstGeom prst="line">
            <a:avLst/>
          </a:prstGeom>
          <a:noFill/>
          <a:ln w="381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425696"/>
            <a:ext cx="8503920" cy="60350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4048" y="463600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" y="44622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path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" y="47000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RAM::write returns void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simx_write_mem returns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DPI runtime unwinds args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continues next line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0" y="456285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round-trip: ~1 microsecond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13248" y="4498848"/>
            <a:ext cx="0" cy="475488"/>
          </a:xfrm>
          <a:prstGeom prst="line">
            <a:avLst/>
          </a:prstGeom>
          <a:noFill/>
          <a:ln w="381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 to Fix Before Moving Forward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27432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1261872"/>
          </a:xfrm>
          <a:prstGeom prst="rect">
            <a:avLst/>
          </a:prstGeom>
          <a:solidFill>
            <a:srgbClr val="1E3A6E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57200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50976"/>
            <a:ext cx="2011680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9509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Linker Error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71800" y="95097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simx_init() Signature Mismatch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21615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simx_pkg.sv declares: simx_init(string kernel_file, int cores, warps, threads)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simx_dpi.cpp  exports: simx_init(int cores, warps, threads)  ← NO kernel_file!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vsim will fail at runtime: unresolved DPI import symbol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7190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Option A (Recommended): Remove kernel_file from SV declaration. Add a separate call to simx_load_bin() in run_phase.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B: Add const char* kernel_file param to C++ and load binary inside simx_init().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267712"/>
            <a:ext cx="8503920" cy="1261872"/>
          </a:xfrm>
          <a:prstGeom prst="rect">
            <a:avLst/>
          </a:prstGeom>
          <a:solidFill>
            <a:srgbClr val="1E3A6E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67712"/>
            <a:ext cx="457200" cy="1261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249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2304288"/>
            <a:ext cx="201168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042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— Wrong Execution Mode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71800" y="230428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simx_run() Import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56946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simx_pkg.sv calls void'(simx_step(0)) as a run workaround.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simx_step(cycles) advances by N clock cycles — passing 0 literally does nothing!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simx_run() exists in C++ (blocking, runs to completion) but is never declared in SV.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30723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Add to simx_pkg.sv: import "DPI-C" context function int simx_run();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 void'(simx_step(0)) with: ret = simx_run(); in run_phase.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621024"/>
            <a:ext cx="8503920" cy="1261872"/>
          </a:xfrm>
          <a:prstGeom prst="rect">
            <a:avLst/>
          </a:prstGeom>
          <a:solidFill>
            <a:srgbClr val="1E3A6E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21024"/>
            <a:ext cx="457200" cy="12618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782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3657600"/>
            <a:ext cx="2011680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— Config Sync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71800" y="36576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-D Defines Must Mirror vortex_config.sv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92277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-DNUM_CORES=2 -DNUM_WARPS=4 -DNUM_THREADS=4 in Makefile feed SimX at COMPILE TIME.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vortex_config.sv reads the same values at SIMULATION TIME via `ifdef.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one changes and the other doesn't → SimX models a different processor → false FAIL.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2569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Create a shared header (vx_sim_params.h) that feeds both, or generate Makefile defines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automatically from the same source as vortex_config.sv parameters.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32004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42416"/>
            <a:ext cx="438912" cy="438912"/>
          </a:xfrm>
          <a:prstGeom prst="ellipse">
            <a:avLst/>
          </a:prstGeom>
          <a:solidFill>
            <a:srgbClr val="1E3A6E"/>
          </a:solidFill>
          <a:ln w="1905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060704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is the ONLY correct golden model — same reference the Vortex team uses in CI. Spike/POCL can't model warps.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00784"/>
            <a:ext cx="438912" cy="438912"/>
          </a:xfrm>
          <a:prstGeom prst="ellipse">
            <a:avLst/>
          </a:prstGeom>
          <a:solidFill>
            <a:srgbClr val="1E3A6E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0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719072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golden models are industry standard (ARM/Intel/NVIDIA). 100–1000× faster — runs before RTL even starts.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59152"/>
            <a:ext cx="438912" cy="438912"/>
          </a:xfrm>
          <a:prstGeom prst="ellipse">
            <a:avLst/>
          </a:prstGeom>
          <a:solidFill>
            <a:srgbClr val="1E3A6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377440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is a direct binary bridge. Same process, same memory, zero overhead. NOT a translator or code generator.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438912" cy="438912"/>
          </a:xfrm>
          <a:prstGeom prst="ellipse">
            <a:avLst/>
          </a:prstGeom>
          <a:solidFill>
            <a:srgbClr val="1E3A6E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035808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 owns statics (g_processor/g_ram). svGetArrayPtr() = zero-copy. simx_cleanup() is mandatory.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438912" cy="438912"/>
          </a:xfrm>
          <a:prstGeom prst="ellipse">
            <a:avLst/>
          </a:prstGeom>
          <a:solidFill>
            <a:srgbClr val="1E3A6E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75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3694176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order: init → load_bin → write_mem × N → dcr_write × N → run → read_mem → ap.write → cleanup.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438912" cy="438912"/>
          </a:xfrm>
          <a:prstGeom prst="ellipse">
            <a:avLst/>
          </a:prstGeom>
          <a:solidFill>
            <a:srgbClr val="1E3A6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4352544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 issues NOW: align simx_init() signatures, add simx_run() import, sync Makefile -D defines with config.sv.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36592"/>
            <a:ext cx="8412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UVM Verification Team  ·  Golden Model: SimX + DPI-C  ·  QuestaSim 2021 / Ubuntu 22.04  ·  v2 — Deep Guide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SimX Golden Model &amp; DPI-C Integration — Deep Guide</dc:title>
  <dc:subject>PptxGenJS Presentation</dc:subject>
  <dc:creator>Vortex UVM Team</dc:creator>
  <cp:lastModifiedBy>Vortex UVM Team</cp:lastModifiedBy>
  <cp:revision>1</cp:revision>
  <dcterms:created xsi:type="dcterms:W3CDTF">2026-02-28T16:08:56Z</dcterms:created>
  <dcterms:modified xsi:type="dcterms:W3CDTF">2026-02-28T16:08:56Z</dcterms:modified>
</cp:coreProperties>
</file>