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1A3A4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85800"/>
            <a:ext cx="1188720" cy="118872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B4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C++ Reference Model Integration with UVM via DPI-C for Vortex GPGPU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Golden Model?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3611880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SimX: The Right Choice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3611880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vs 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3611880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Integration Methods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95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DPI-C Won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3995928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3995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Internals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995928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995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Architecture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3995928"/>
            <a:ext cx="2011680" cy="292608"/>
          </a:xfrm>
          <a:prstGeom prst="rect">
            <a:avLst/>
          </a:prstGeom>
          <a:solidFill>
            <a:srgbClr val="2540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995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File-by-File Breakdown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Vortex GPGPU Verification Team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Golden Model?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solidFill>
            <a:srgbClr val="E0F2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(Reference Model):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functionally correct, trusted software representation of the DUT that produces expected outputs. It is the </a:t>
            </a:r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verification environment — the answer key.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3716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Stimulus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82496" y="2432304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2359152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65960" y="2103120"/>
            <a:ext cx="137160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(Vortex RTL)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74136" y="2432304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359152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103120"/>
            <a:ext cx="137160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(SimX C++)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432304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359152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2103120"/>
            <a:ext cx="1371600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(Compare)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57416" y="2432304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2359152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2103120"/>
            <a:ext cx="137160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 Outputs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03320" y="2880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Outputs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37560"/>
            <a:ext cx="841248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3429000"/>
            <a:ext cx="36576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33375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DUT and Golden Model receive IDENTICAL stimulus. The Scoreboard compares their outputs — any mismatch is a bug.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REASONS IT'S IRREPLACEABLE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07408"/>
            <a:ext cx="26517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07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Defines Correctness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4407408"/>
            <a:ext cx="26517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407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Enables Regression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4407408"/>
            <a:ext cx="26517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4407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Covers Corner Cases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700016"/>
            <a:ext cx="26517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700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Documents Design Intent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0" y="4700016"/>
            <a:ext cx="265176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700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Critical for GPU Complexity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Required Properties of a Good Golden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99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877824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216152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80160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 RISC-V ISA execution including F/D/M/A/C/Zicond, SIMT warp/thread semantics (vx_tmc, vx_split, vx_bar), memory model &amp; CSR behavior.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68296" y="804672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68296" y="804672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8296" y="1399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79776" y="877824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ISA-Level Abstraction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79776" y="1216152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9776" y="1280160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NOT model pipeline stages or cache timing. Only architectural state: registers, memory, PC, CSRs — independent of microarchitecture.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2272" y="804672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62272" y="804672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399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73752" y="877824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from RTL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73752" y="1216152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280160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Developed completely separately. If written from same logic, bugs in one mask bugs in the other. SimX is a standalone C++ simulator.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56248" y="804672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804672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1399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67728" y="877824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67728" y="1216152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1280160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execute faster than RTL simulation. RTL runs at ~1 KHz–1 MHz. Behavioral C++ models run orders of magnitude faster.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551176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551176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1455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" y="2624328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2962656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026664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expose interfaces to read internal state: register file, memory, PC values, CSR values, execution traces.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68296" y="2551176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68296" y="2551176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68296" y="31455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779776" y="2624328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79776" y="2962656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9776" y="3026664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handle ALL instructions the DUT can execute. An incomplete model that skips certain instructions is dangerous.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62272" y="2551176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62272" y="2551176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31455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873752" y="2624328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73752" y="2962656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026664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Given identical inputs, must always produce identical outputs. Non-deterministic behavior makes debugging impossible.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56248" y="2551176"/>
            <a:ext cx="20299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556248" y="2551176"/>
            <a:ext cx="34747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56248" y="31455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967728" y="2624328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Interface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967728" y="2962656"/>
            <a:ext cx="14813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67728" y="3026664"/>
            <a:ext cx="1527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expose: initialize, load programs/data, configure CSRs, step execution (by instr/cycle/completion), read back state, reset.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Use Something Other Than SimX?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777240"/>
            <a:ext cx="84582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850392"/>
            <a:ext cx="1874520" cy="274320"/>
          </a:xfrm>
          <a:prstGeom prst="rect">
            <a:avLst/>
          </a:prstGeom>
          <a:solidFill>
            <a:srgbClr val="FED7A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850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50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1064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RISC-V ISA Simulator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8321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RISC-V scalar ISA; official &amp; trusted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SIMT execution model; no Vortex custom instructions (vx_tmc, vx_wspawn, vx_split, vx_bar); would need full rewrite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37944"/>
            <a:ext cx="914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837944"/>
            <a:ext cx="84582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911096"/>
            <a:ext cx="1874520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9110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911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1671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RISC-V Target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892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system emulator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29514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System-level emulator with Linux OS overhead; no SIMT model; no Vortex custom instructions; wrong abstraction level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98648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898648"/>
            <a:ext cx="84582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971800"/>
            <a:ext cx="1874520" cy="27432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971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PURPOSE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Verilated RTL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2278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Verilator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953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Cycle-accurate; already used in Vortex build system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3558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 FLAW: Not independent — if RTL has a bug, Verilated model has the same bug. You'd compare RTL to itself.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914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959352"/>
            <a:ext cx="84582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4032504"/>
            <a:ext cx="187452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0325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CHOICE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032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2885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Vortex Functional Simulator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0142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SIMT semantics, all custom instructions, full DCR model, same config system as RTL, validated across thousands of tests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441655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 — this is the definitive choice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Reasons SimX is the Definitive Choice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51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850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Vortex-Specific SIMT Semantics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11612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Handles vx_tmc, vx_wspawn, vx_split, vx_bar, vx_pred — custom GPU thread control instructions that no external simulator supports.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77724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051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85616" y="850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with the RTL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85616" y="11612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Developed by the same Vortex team, independently. Every ISA extension in the RTL has a corresponding SimX implementation updated in parallel.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77724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1051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4848" y="850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Configuration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1612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Reads from VX_config.h — the exact same config header as the RTL. Change NUM_WARPS or NUM_CORES and BOTH are configured identically through compiler -D flags.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1031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1901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Institutionally Trusted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2212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Vortex research papers use SimX output as ground truth for RTL correctness validation. Years of institutional trust and thousands of validated test programs.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55264" y="182880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46704" y="21031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85616" y="1901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Memory &amp; DCR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85616" y="2212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full Vortex memory system: RAM abstraction, startup address, and Device Configuration Registers. No external tool models this.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4496" y="1828800"/>
            <a:ext cx="26334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45936" y="21031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84848" y="1901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2212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Validated against thousands of Vortex tests. You inherit trust — not building it from scratch.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2880360"/>
            <a:ext cx="8631936" cy="96012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" y="315468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" y="295351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100×–1000× Faster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" y="3264408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Functional (non-cycle-accurate) simulator. Executes programs dramatically faster than cycle-accurate RTL simulation — essential for regression throughput.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6032" y="393192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is the ONLY complete functional simulator for Vortex GPGPU — no alternative comes close.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vs SystemVerilog: The Golden Model Language Choice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 — Using C++ for golden models is the industry-standard best practice. It is the PREFERRED approach in virtually all serious verification methodologies.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37744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444752"/>
            <a:ext cx="329184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44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(SimX)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444752"/>
            <a:ext cx="274320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444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444752"/>
            <a:ext cx="3291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444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(SimX)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92224"/>
            <a:ext cx="23774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92224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Abstraction Level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51760" y="1792224"/>
            <a:ext cx="3291840" cy="338328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792224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ISA/functional level — no clock concept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1792224"/>
            <a:ext cx="2743200" cy="338328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792224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Forces cycle-level execution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130552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130552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51760" y="2130552"/>
            <a:ext cx="3291840" cy="338328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2130552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CPU speed (billions of ops/sec)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0" y="2130552"/>
            <a:ext cx="2743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130552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Simulator speed (MHz range)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468880"/>
            <a:ext cx="23774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468880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Ecosystem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2468880"/>
            <a:ext cx="3291840" cy="338328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2468880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STL, GDB, Valgrind, profilers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2468880"/>
            <a:ext cx="2743200" cy="338328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46888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Limited to simulator toolchain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807208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807208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Structures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51760" y="2807208"/>
            <a:ext cx="3291840" cy="338328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2807208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std::vector, std::map — perfect for memory/regs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2807208"/>
            <a:ext cx="2743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2807208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Arrays only, no dynamic allocation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145536"/>
            <a:ext cx="23774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145536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Reusability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51760" y="3145536"/>
            <a:ext cx="3291840" cy="338328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24912" y="3145536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executable, testable independently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3600" y="3145536"/>
            <a:ext cx="2743200" cy="338328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314553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Simulator-dependent, no standalone use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483864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483864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 Mechanism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651760" y="3483864"/>
            <a:ext cx="3291840" cy="338328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4912" y="3483864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(IEEE 1800 standard)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43600" y="3483864"/>
            <a:ext cx="2743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3483864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SV (also standard)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822192"/>
            <a:ext cx="23774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822192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Appropriate for GPGPU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51760" y="3822192"/>
            <a:ext cx="3291840" cy="338328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24912" y="3822192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correct abstraction level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0" y="3822192"/>
            <a:ext cx="2743200" cy="338328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3822192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— wrong execution model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005072"/>
            <a:ext cx="859536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050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Examples: ARM Fast Models (C++), NVIDIA GPU simulators (C++), Spike for RISC-V (C++), gem5 (C++) — all use DPI-C to integrate with UVM.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Methods to Integrate C++ Golden Models with UVM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1152144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1980s–1990s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19072"/>
            <a:ext cx="969264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828800"/>
            <a:ext cx="969264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08760" y="804672"/>
            <a:ext cx="1152144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8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1364-2001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19072"/>
            <a:ext cx="969264" cy="27432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828800"/>
            <a:ext cx="96926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24912" y="804672"/>
            <a:ext cx="1152144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24912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24912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ModelSim Prop.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16352" y="1719072"/>
            <a:ext cx="969264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16352" y="1828800"/>
            <a:ext cx="969264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41064" y="804672"/>
            <a:ext cx="1152144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8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41064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 TLM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41064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1666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32504" y="1719072"/>
            <a:ext cx="969264" cy="27432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32504" y="1828800"/>
            <a:ext cx="96926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2504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57216" y="804672"/>
            <a:ext cx="1152144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8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57216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Shared Mem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57216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1719072"/>
            <a:ext cx="969264" cy="27432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8656" y="1828800"/>
            <a:ext cx="96926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OVERHEAD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73368" y="804672"/>
            <a:ext cx="1152144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8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73368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73368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Pre-DPI Era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64808" y="1719072"/>
            <a:ext cx="969264" cy="27432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1828800"/>
            <a:ext cx="96926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89520" y="804672"/>
            <a:ext cx="1152144" cy="2011680"/>
          </a:xfrm>
          <a:prstGeom prst="rect">
            <a:avLst/>
          </a:prstGeom>
          <a:solidFill>
            <a:srgbClr val="F0FDF4"/>
          </a:solidFill>
          <a:ln w="317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9144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89520" y="133502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1800-2005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1719072"/>
            <a:ext cx="969264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1828800"/>
            <a:ext cx="969264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182880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2608" y="2926080"/>
            <a:ext cx="56692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Oldest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29809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Newest / Best 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2907792"/>
            <a:ext cx="1792224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9077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Standard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004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method will be detailed on the following slides →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35478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CALL OVERHEAD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37947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97280" y="3794760"/>
            <a:ext cx="1316736" cy="20116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87168" y="3794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~200–800 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0040" y="40507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97280" y="4050792"/>
            <a:ext cx="2139696" cy="201168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~1,000 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0040" y="430682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97280" y="4306824"/>
            <a:ext cx="3291840" cy="201168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62272" y="43068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~5,000 ns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0040" y="456285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97280" y="4562856"/>
            <a:ext cx="1645920" cy="201168"/>
          </a:xfrm>
          <a:prstGeom prst="rect">
            <a:avLst/>
          </a:prstGeom>
          <a:solidFill>
            <a:srgbClr val="FD8A3A"/>
          </a:solidFill>
          <a:ln w="12700">
            <a:solidFill>
              <a:srgbClr val="FD8A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16352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~200–800 ns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0040" y="48188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97280" y="4818888"/>
            <a:ext cx="65837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36269" y="4818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~5 ns (direct call)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1, 2 &amp; 3: PLI · VPI · FLI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834640" cy="397764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28346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PLI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Programming Language Interface · IEEE 1364-1995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 code registered via global table. Called from Verilog as $simx_run. TF/ACC routines for data exchange.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Available in all 1990s simulators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 concept for basic tasks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32644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type checking — buffer overflows common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SystemVerilog support whatsoever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C++ support — C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Completely obsolete since IEEE 1364-2001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2615184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IMPOSSIBLE for SimX — requires C++17 features.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777240"/>
            <a:ext cx="2834640" cy="3977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D8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777240"/>
            <a:ext cx="28346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VPI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28416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Verilog Procedural Interface · IEEE 1364-2001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28416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28416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Unified C API for simulator database access. C code reaches INTO simulator via vpi_handle, vpi_get_value. Registers callbacks on events.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28416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standardized, all major simulators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8416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access ANY sim object (signals, params)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28416" y="29443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Good for RTL monitors and checkers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32644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34930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Extremely verbose: 10–20 lines per simple call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28416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Slow: every call traverses sim's DB with string lookup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28416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Passing byte arrays = per-byte vpi_scan calls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28416" y="4315968"/>
            <a:ext cx="261518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Theoretically possible, but wrong tool — extremely painful &amp; slow.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1344" y="777240"/>
            <a:ext cx="2834640" cy="397764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777240"/>
            <a:ext cx="28346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3: FLI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91072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Language Interface · ModelSim/Questa Proprietary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91072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91072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Mentor proprietary extension to VHDL simulation (ModelSim/QuestaSim). Uses foreign attribute to bind VHDL procedures to C functions.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91072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91072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Well-supported in QuestaSim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91072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Simpler than VPI for basic calls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91072" y="30358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91072" y="32644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VHDL ONLY — entire UVM testbench is SystemVerilog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91072" y="34930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Questa/ModelSim ONLY — zero portability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91072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Proprietary, not standardized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91072" y="4315968"/>
            <a:ext cx="2615184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IMPOSSIBLE — SV testbench cannot call FLI.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4, 5 &amp; 6: SystemC TLM · IPC / Shared Memory · File-Based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834640" cy="3977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D8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28346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4: SystemC TLM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1666 · Two-Kernel Cosimulation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Wrap SimX as a SystemC module. Two simulation kernels run in lockstep: the QuestaSim kernel and the SystemC kernel, synchronized at defined interfaces.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standard (IEEE 1666-2011)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 fit for C++ models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443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Reusable across sim/emulation/FPGA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172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Used by ARM Fast 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Requires Questa SystemC license (extra cost)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kernels = 20–50% slowdown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1788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Overkill for ISA-level model (clocks/ports not needed)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4074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Massive complexity to wrap SimX in SystemC modules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261518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OVERKILL — Unnecessary complexity for ISA-level model.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777240"/>
            <a:ext cx="2834640" cy="3977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D8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8688" y="777240"/>
            <a:ext cx="28346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5: IPC / Shared Memory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28416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POSIX Sockets · Pipes · Shared Memory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28416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28416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runs as a separate process. UVM communicates via shared memory, named pipes, or Unix sockets. Semaphores synchronize the two processes.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8416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28416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 isolation — SimX crash doesn't kill QuestaSim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run SimX on separate hardware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28416" y="29443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Independent debugging with GDB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28416" y="32644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28416" y="34930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IPC overhead per call (~5,000 ns vs DPI-C ~5 ns)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28416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Synchronization complexity — race conditions hard to debug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28416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integrate naturally with constrained-random UVM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28416" y="4315968"/>
            <a:ext cx="261518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HIGH OVERHEAD — Poor complexity-to-benefit ratio for software sim.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81344" y="777240"/>
            <a:ext cx="2834640" cy="3977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D8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1344" y="777240"/>
            <a:ext cx="28346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7772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6: File-Based / Offline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91072" y="1097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Pre-DPI Era · Directed Tests Only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91072" y="146304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91072" y="166420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SimX offline, dump outputs to files (hex, CSV). UVM test reads files and compares. All golden results pre-computed before simulation.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91072" y="22677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91072" y="24871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integration complexity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2715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Perfect isolation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91072" y="29443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Human-readable files, easy debugging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91072" y="3172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 with any simulator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91072" y="34930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91072" y="37216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dynamic — can't work with constrained-random UVM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91072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Post-mortem only — no on-the-fly comparison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1788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handle stimuli generated at runtime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91072" y="4315968"/>
            <a:ext cx="261518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4315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RANDOM STIMULUS — Unusable for production UVM regression.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Elimination → DPI-C Wins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0515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777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C++, no SV types, obsolete, dangerous — cannot work at all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16368" y="868680"/>
            <a:ext cx="126187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68" y="868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307592"/>
            <a:ext cx="8595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07592"/>
            <a:ext cx="10515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075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4752" y="130759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VHDL only. Your entire testbench is SystemVerilog — end of discussion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16368" y="1399032"/>
            <a:ext cx="126187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3990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837944"/>
            <a:ext cx="8595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837944"/>
            <a:ext cx="10515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379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183794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Wrong tool: designed for database access, not function calls. Insane verbosity for complex C++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16368" y="1929384"/>
            <a:ext cx="126187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929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68296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368296"/>
            <a:ext cx="10515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682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44752" y="23682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Requires extra license, 2 kernels, massive complexity — overkill for ISA-level 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16368" y="2459736"/>
            <a:ext cx="1261872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24597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98648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98648"/>
            <a:ext cx="10515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986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44752" y="28986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latency, sync complexity, no random-stimulus integration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16368" y="2990088"/>
            <a:ext cx="1261872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29900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429000"/>
            <a:ext cx="10515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4290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44752" y="3429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work with constrained-random UVM; post-mortem only, loses fine-grained comparison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16368" y="3520440"/>
            <a:ext cx="1261872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35204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959352"/>
            <a:ext cx="8595360" cy="4572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959352"/>
            <a:ext cx="10515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593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44752" y="39593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standard, zero overhead, type-safe, dynamic, UVM-native, simple integration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16368" y="4050792"/>
            <a:ext cx="126187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16368" y="40507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DPI-C: A Direct ABI Contract — Not a Bridge, Not a Translator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E0F2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(Direct Programming Interface for C)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standardized ABI (Application Binary Interface) contract between a SystemVerilog simulator and compiled C/C++ code, enabling </a:t>
            </a:r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function calls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SV/C boundary. Both run in the SAME process, SAME address space — no serialization, no IPC.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85953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Process — SINGLE ADDRESS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20040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Simulation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UVM Testbench (SV/UVM)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simx_init(2, 4, 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exitcode = simx_run()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2532888"/>
            <a:ext cx="1188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60604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(~5 ns)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11880" y="3154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◀ return value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0" y="1901952"/>
            <a:ext cx="365760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simx_model.so (C++ Code)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2128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Processor / RAM / Arch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simx_init(...) { ... 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2715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simx_run() { ... 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395728"/>
            <a:ext cx="2011680" cy="228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ABI · IEEE 1800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2062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94176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7124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What 'Direct' Means Internally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" y="39410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QuestaSim uses dlopen() to load simx_model.so into its own process. Then dlsym() resolves each function pointer. The compiled SV code calls it as a direct CPU CALL instruction — same as C calling C.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45152" y="3694176"/>
            <a:ext cx="42062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694176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7124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 Mapping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456" y="39410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 types map directly to C types in CPU registers — int→int32_t, longint→int64_t, byte[]→svOpenArrayHandle. No serialization. Passing int 5 from SV literally places integer 5 in a CPU register.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315968"/>
            <a:ext cx="42062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15968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3342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Bidirectional: Import &amp; Export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45628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 can call C (import DPI-C) AND C can call back into SV (export DPI-C). This enables per-instruction callbacks from SimX into the UVM scoreboard.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45152" y="4315968"/>
            <a:ext cx="42062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5152" y="4315968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43342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 vs pure Qualifier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91456" y="45628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pure: fastest, no SV interaction. context: required when C needs to call back into SV via export DPI-C — essential for simx_run() which may invoke SV callbacks.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DPI-C: Type Mapping System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3891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type mapping is DIRECT memory layout — no serialization, no conversion. int 5 in SV is literally integer 5 in a CPU register when C receives it. For arrays, svOpenArrayHandle gives a direct pointer to array data — ZERO COPY.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10312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1325880"/>
            <a:ext cx="210312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100584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325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Width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325880"/>
            <a:ext cx="329184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6459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1645920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6459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/ int8_t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645920"/>
            <a:ext cx="1005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645920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645920"/>
            <a:ext cx="3291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64592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Signed 8-bit — direct memory map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1938528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9385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1938528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19385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/ int16_t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1938528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193852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1938528"/>
            <a:ext cx="3291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193852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Signed 16-bit — direct memory map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231136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23113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231136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223113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int32_t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2231136"/>
            <a:ext cx="1005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223113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0" y="2231136"/>
            <a:ext cx="3291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223113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Signed 32-bit — in CPU register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2523744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52374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77440" y="2523744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252374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/ int64_t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80560" y="2523744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25237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0" y="2523744"/>
            <a:ext cx="3291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252374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Signed 64-bit — your addr type!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816352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81635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unsigned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77440" y="2816352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0592" y="281635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80560" y="2816352"/>
            <a:ext cx="1005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3712" y="281635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0" y="2816352"/>
            <a:ext cx="3291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59552" y="281635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Unsigned 32-bit — for DCR addresses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108960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10896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longint unsigned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77440" y="3108960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310896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long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80560" y="3108960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53712" y="3108960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0" y="3108960"/>
            <a:ext cx="3291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9552" y="310896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Unsigned 64-bit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74320" y="3401568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4015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77440" y="3401568"/>
            <a:ext cx="210312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50592" y="34015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480560" y="3401568"/>
            <a:ext cx="1005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53712" y="34015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3401568"/>
            <a:ext cx="329184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9552" y="340156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754 double precision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3694176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369417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377440" y="3694176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50592" y="369417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480560" y="3694176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53712" y="36941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ptr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486400" y="3694176"/>
            <a:ext cx="3291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59552" y="369417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Null-terminated C string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" y="3986784"/>
            <a:ext cx="2103120" cy="292608"/>
          </a:xfrm>
          <a:prstGeom prst="rect">
            <a:avLst/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7472" y="39867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data[]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377440" y="3986784"/>
            <a:ext cx="2103120" cy="292608"/>
          </a:xfrm>
          <a:prstGeom prst="rect">
            <a:avLst/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50592" y="39867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svOpenArrayHandle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480560" y="3986784"/>
            <a:ext cx="1005840" cy="292608"/>
          </a:xfrm>
          <a:prstGeom prst="rect">
            <a:avLst/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53712" y="39867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486400" y="3986784"/>
            <a:ext cx="3291840" cy="292608"/>
          </a:xfrm>
          <a:prstGeom prst="rect">
            <a:avLst/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59552" y="398678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array — most powerful type! Zero-copy pointer.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320" y="4279392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7472" y="427939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chandle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377440" y="4279392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50592" y="427939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void*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480560" y="4279392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53712" y="42793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ptr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486400" y="4279392"/>
            <a:ext cx="3291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59552" y="427939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Opaque pointer for C++ object handles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UVM Environment with SimX Golden Model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420624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680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5603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214884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533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(generates stimulus)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00200" y="192024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21992"/>
            <a:ext cx="237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21488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(sends to RTL DUT)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2944368"/>
            <a:ext cx="54864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200400"/>
            <a:ext cx="237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401568"/>
            <a:ext cx="21488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4015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(observes RTL output)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61488" y="3621024"/>
            <a:ext cx="502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5478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6850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 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(actual results)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54680" y="1051560"/>
            <a:ext cx="2560320" cy="2194560"/>
          </a:xfrm>
          <a:prstGeom prst="rect">
            <a:avLst/>
          </a:prstGeom>
          <a:solidFill>
            <a:srgbClr val="E0F2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10698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1280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(SimX via DPI-C)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1536192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1883664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 / simx_step()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231136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578608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analysis 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33288" y="2103120"/>
            <a:ext cx="457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0299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2176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91840" y="3337560"/>
            <a:ext cx="228600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calls ↕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3639312"/>
            <a:ext cx="228600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C++ 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Processor · RAM · Arch · Core · Warp · Instr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1051560"/>
            <a:ext cx="2331720" cy="219456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92240" y="10698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83680" y="1371600"/>
            <a:ext cx="192024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SimX)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18470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⬇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2130552"/>
            <a:ext cx="192024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130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RTL monitor)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83680" y="2606040"/>
            <a:ext cx="19202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11480" y="4572000"/>
            <a:ext cx="841248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DUT (Vortex GPGPU SystemVerilog)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UVM Integration Patterns for SimX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8346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435608"/>
            <a:ext cx="283464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35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Comparison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709928"/>
            <a:ext cx="2834640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465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96596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 Program into SimX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37744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SimX to completion (BLOCKING)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07208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78892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final memory state via simx_read_mem()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18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2004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Compare with RTL's final state in scoreboard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630168"/>
            <a:ext cx="28346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48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Directed tests with known programs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105656"/>
            <a:ext cx="28346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05656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Final state only (memory contents, exit code)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18688" y="777240"/>
            <a:ext cx="28346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795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28416" y="1051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 Step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18688" y="1435608"/>
            <a:ext cx="283464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1435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State Co-Simulation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18688" y="1709928"/>
            <a:ext cx="2834640" cy="192024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17465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28416" y="198424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21024" y="196596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 program, initialize SimX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28416" y="239572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8416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21024" y="237744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Loop: Step SimX N cycles forward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28416" y="28072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21024" y="278892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same DCR/stimulus changes to SimX as RTL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28416" y="321868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3218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21024" y="32004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Compare intermediate states with scoreboard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18688" y="3630168"/>
            <a:ext cx="28346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28416" y="3648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28416" y="38404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Co-simulation with RTL cycle synchronization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18688" y="4105656"/>
            <a:ext cx="28346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4105656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Intermediate states, handles dynamic DCR changes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81344" y="777240"/>
            <a:ext cx="283464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795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91072" y="1051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Callback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181344" y="1435608"/>
            <a:ext cx="2834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1435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Per-Instruction Comparison (Gold Standard)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81344" y="1709928"/>
            <a:ext cx="2834640" cy="1920240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17465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91072" y="198424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196596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calls BACK into UVM via export DPI-C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91072" y="239572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237744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every committed instruction: warp, PC, rd, value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91072" y="280720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278892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UVM scoreboard receives result IMMEDIATELY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91072" y="321868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1072" y="3218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83680" y="32004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Compare per-instruction with RTL commit log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81344" y="3630168"/>
            <a:ext cx="2834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1072" y="3648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291072" y="38404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Maximum coverage — per-instruction verification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81344" y="4105656"/>
            <a:ext cx="2834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4105656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Every single instruction commit (most powerful)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56032" y="4681728"/>
            <a:ext cx="863193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0" y="4754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Increasing Power &amp; Complexity →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296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79476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29400" y="4754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← Gold Standard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Lifecycle Through UVM Phases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0" y="841248"/>
            <a:ext cx="54864" cy="4114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91440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822960"/>
            <a:ext cx="67208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82296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1115568"/>
            <a:ext cx="6720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13385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UVM creates simx_golden_model component. Creates Scoreboard. Connects analysis ports. SimX C++ NOT yet touched.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572768"/>
            <a:ext cx="6720840" cy="2286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57276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DPI calls yet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196596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48840" y="1874520"/>
            <a:ext cx="67208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87452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48840" y="2167128"/>
            <a:ext cx="6720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218541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 ports wired: golden model output → scoreboard expected input. Monitor output → scoreboard actual input. Still no C++ SimX calls.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2624328"/>
            <a:ext cx="6720840" cy="2286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262432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DPI calls yet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71600" y="30175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48840" y="2926080"/>
            <a:ext cx="6720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92608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48840" y="3218688"/>
            <a:ext cx="6720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323697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ACTIVITY: simx_init() called. SimX C++ objects created. Load program, configure DCRs. Run to completion OR step with RTL. Send expected transactions to scoreboard.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0" y="3675888"/>
            <a:ext cx="6720840" cy="2286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367588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 → simx_load_bin() → simx_dcr_write() → simx_run() → simx_read_mem() → ap.write()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406908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48840" y="3977640"/>
            <a:ext cx="67208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397764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PHASE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48840" y="4270248"/>
            <a:ext cx="6720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67712" y="428853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simx_cleanup() called. SimX C++ objects destroyed. Memory freed. UVM prints PASS/FAIL summary with transaction counts and error details.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4727448"/>
            <a:ext cx="6720840" cy="2286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472744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simx_cleanup() — delete Processor, RAM, Arch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Critical: SimX C++ objects (Processor, RAM, Arch) persist as global static pointers across ALL DPI calls — they live for the entire duration of run_phase.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Makefile: Build Orchestrator &amp; Compilation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3891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Compiles ALL SimX C++ objects + simx_dpi.cpp + third-party libraries into a single shared library simx_model.so, then launches QuestaSim with that library loaded. It is the glue that connects the C++ world to the SV/UVM world.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(What Goes 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72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simx_dpi.cpp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57276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DPI bridge file — the adapter between SV and SimX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93392"/>
            <a:ext cx="64008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93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 .obj files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199339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Pre-compiled SimX: processor, core, warp, instr, mem, 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14016"/>
            <a:ext cx="6400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4140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softfloat.a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2414016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library: IEEE 754 floating-point ops for F/D extensions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6400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libramulator.so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4832" y="283464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library: DRAM timing model for memory simulation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55264"/>
            <a:ext cx="64008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2552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svdpi.h (QuestaSim)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84832" y="3255264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Header for svOpenArrayHandle and DPI types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3840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75888"/>
            <a:ext cx="6400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675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VX_config.h / VX_types.h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84832" y="36758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hardware config: NUM_CORES, NUM_WARPS, DCR addrs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06240" y="2286000"/>
            <a:ext cx="365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2212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96512" y="24688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-fPIC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-shared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06240" y="12984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COMPILER FLAGS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24528" y="1572768"/>
            <a:ext cx="2066544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159105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-fPIC -shared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13248" y="15910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Position-Independent Code → shared library output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24528" y="2075688"/>
            <a:ext cx="2066544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0939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-DNUM_CORES=2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-DNUM_WARPS=4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-DNUM_THREADS=4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13248" y="209397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defines — MUST match RTL compile flags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24528" y="2578608"/>
            <a:ext cx="2066544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5968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-I$(QUESTA)/include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13248" y="259689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to svdpi.h for DPI type definitions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24528" y="3081528"/>
            <a:ext cx="2066544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30998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-I$(SIMX_DIR)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-I$(HW_DIR)/rtl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13248" y="309981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headers + hardware config headers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73952" y="1298448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73952" y="1572768"/>
            <a:ext cx="239572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73952" y="157276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simx_model.so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73952" y="2286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92240" y="2542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simx_init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82128" y="25420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92240" y="2761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simx_run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82128" y="2761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92240" y="29809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simx_step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882128" y="29809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92240" y="3200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simx_read_mem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82128" y="32004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492240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simx_write_mem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882128" y="34198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92240" y="36393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simx_dcr_write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82128" y="36393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simx_dpi.cpp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492240" y="3858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Processor class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882128" y="3858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 .obj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492240" y="4078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RAM / Arch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882128" y="40782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SimX .obj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07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launch: 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2240280" y="440740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vsim -sv_lib simx_model test_top   (QuestaSim does: dlopen → dlsym → builds function pointer table → simulation begins)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simx_dpi.cpp: The Bridge Layer in Detail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Translates UVM/SV function calls into SimX C++ object method calls. It is the stateful adapter that bridges two worlds — the SV type system and the C++ object model. It maintains global SimX state across all DPI calls.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1: UVM / SystemVerilog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2: SimX C++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3657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 types: longint, int, byte[]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3657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202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svOpenArrayHandle for arrays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3657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945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Calls functions by name from 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3657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688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concept of C++ classes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645920"/>
            <a:ext cx="3657600" cy="23774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 classes: Processor, RAM, 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1920240"/>
            <a:ext cx="3657600" cy="23774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19202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 types: uint64_t, std::vector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2194560"/>
            <a:ext cx="3657600" cy="23774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1945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Object-oriented: proc-&gt;run()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468880"/>
            <a:ext cx="3657600" cy="23774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24688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internal state machine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5072" y="1353312"/>
            <a:ext cx="1097280" cy="12801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05072" y="1389888"/>
            <a:ext cx="1097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dpi.cpp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76472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4320" y="279806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(persists across ALL DPI calls)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054096"/>
            <a:ext cx="502920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540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g_processor*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65960" y="30540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Pointer to SimX Processor object — the GPU execution engine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502920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g_ram*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65960" y="33832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Pointer to SimX RAM object — page-based 4KB memory model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12464"/>
            <a:ext cx="502920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12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g_arch*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65960" y="37124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Pointer to Arch config — cores, warps, threads, XLEN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041648"/>
            <a:ext cx="502920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 { ... } is CRITICAL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14600" y="40416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it, C++ name mangling makes dlsym() return NULL → DPI load fails!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0" y="27980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EXPOSED DPI FUNCTIONS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0" y="3054096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0540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67728" y="30540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Processor, RAM, Arch objects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0" y="3337560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3337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simx_load_bin()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67728" y="3337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 .bin kernel file into RAM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0" y="3621024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36210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67728" y="3621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 bytes to SimX RAM (zero-copy via svGetArrayPtr)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0" y="3904488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39044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67728" y="3904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bytes from SimX RAM (zero-copy)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86400" y="4187952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0" y="41879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simx_dcr_write()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67728" y="4187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Configure Device Control Registers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0" y="4471416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44714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967728" y="44714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BLOCKING: Run SimX to program completion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86400" y="4754880"/>
            <a:ext cx="3383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7548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simx_step()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67728" y="4754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SimX N cycles (for on-the-fly pattern)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Call Chain: From SV to SimX RAM and Back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PATH: simx_write_mem(0x80000000, 16, program)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9768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11556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— UVM Test (SV)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Call simx_write_mem() with addr=0x80000000, size=16, and a byte array containing the RISC-V instructions.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19019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</a:rPr>
              <a:t>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297680" cy="804672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56816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99339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DPI-C ABI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224942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QuestaSim maps: longint→uint64_t (CPU register), int→int (CPU register), byte[]→svOpenArrayHandle (descriptor with data pointer).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29768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346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7121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simx_dpi.cpp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3127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svGetArrayPtr(handle) returns a raw pointer directly to SV's array memory. ZERO COPY — no data duplication. Calls g_ram-&gt;write(src_ptr, addr, size).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657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712464"/>
            <a:ext cx="4297680" cy="804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1246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74904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SimX RAM::write()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40050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Calculates page index (addr / 4096). Allocates 4KB page if not exists. memcpy() 16 bytes into page at correct offset. RISC-V instructions now in SimX RAM.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777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PATH: simx_run()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78992"/>
            <a:ext cx="402336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078992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1155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— UVM Test (SV)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92624" y="13716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exitcode = simx_run()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QuestaSim is now PAUSED — SimX takes over the CPU thread until program completes.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19019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</a:rPr>
              <a:t>▼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956816"/>
            <a:ext cx="402336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956816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19933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simx_dpi.cpp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92624" y="224942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Calls g_processor-&gt;run() — BLOCKING. No DPI type conversion needed (no arguments). QuestaSim waits.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7797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▼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2834640"/>
            <a:ext cx="4023360" cy="804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8346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28712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SimX Processor::run()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92624" y="3127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Sets all warps active, PC = startup_addr. Enters fetch-decode-execute loop. Steps all cores until every warp hits ebreak.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3657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▼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3712464"/>
            <a:ext cx="402336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712464"/>
            <a:ext cx="64008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374904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SimX Core::step()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92624" y="40050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FETCH: RAM::read(PC, 4) → 32-bit instruction. DECODE: Parse opcode/rd/rs/imm. EXECUTE: All active threads in SIMT. COMMIT: Update regs, advance PC. On ebreak → return exit code (x3 value).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626864"/>
            <a:ext cx="859536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268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SV array and SimX RAM share the SAME process address space. svGetArrayPtr() returns a direct pointer — one memcpy, no IPC, no serialization.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Methods: Side-by-Side 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444752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777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73352" y="777240"/>
            <a:ext cx="987552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9928" y="7772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60904" y="777240"/>
            <a:ext cx="987552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7772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48456" y="777240"/>
            <a:ext cx="868680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7772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17136" y="777240"/>
            <a:ext cx="914400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77724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31536" y="777240"/>
            <a:ext cx="868680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7772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216" y="777240"/>
            <a:ext cx="804672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7772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04888" y="777240"/>
            <a:ext cx="107899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1464" y="7772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14300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11430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Standard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73352" y="114300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9928" y="11430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60904" y="114300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1430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48456" y="114300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11430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17136" y="114300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114300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31536" y="114300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1430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0216" y="114300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114300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04888" y="114300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114300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1508760"/>
            <a:ext cx="14447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" y="150876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Support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73352" y="150876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09928" y="1508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60904" y="150876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1508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48456" y="150876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5032" y="150876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17136" y="150876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53712" y="150876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31536" y="150876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8112" y="150876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0216" y="150876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15087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04888" y="1508760"/>
            <a:ext cx="1078992" cy="365760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41464" y="150876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187452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18745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Support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673352" y="187452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09928" y="18745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60904" y="187452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18745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48456" y="187452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85032" y="187452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17136" y="187452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53712" y="187452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31536" y="187452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68112" y="187452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00216" y="187452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36792" y="18745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04888" y="187452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41464" y="18745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2240280"/>
            <a:ext cx="14447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Support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673352" y="224028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09928" y="224028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660904" y="224028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97480" y="224028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48456" y="224028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85032" y="224028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17136" y="224028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53712" y="224028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431536" y="224028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68112" y="224028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300216" y="224028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36792" y="22402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04888" y="2240280"/>
            <a:ext cx="1078992" cy="365760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41464" y="224028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" y="260604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5176" y="2606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Support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673352" y="260604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709928" y="26060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660904" y="260604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97480" y="26060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648456" y="260604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85032" y="26060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17136" y="260604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53712" y="260604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431536" y="260604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68112" y="26060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300216" y="260604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36792" y="26060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104888" y="260604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41464" y="26060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28600" y="2971800"/>
            <a:ext cx="14447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65176" y="2971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1673352" y="297180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709928" y="29718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660904" y="297180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97480" y="29718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3648456" y="297180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85032" y="29718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517136" y="297180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53712" y="297180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431536" y="297180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68112" y="29718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300216" y="297180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336792" y="297180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104888" y="2971800"/>
            <a:ext cx="1078992" cy="365760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41464" y="297180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228600" y="333756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65176" y="333756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673352" y="333756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709928" y="33375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2660904" y="333756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97480" y="33375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3648456" y="333756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85032" y="333756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517136" y="333756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553712" y="333756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5431536" y="333756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468112" y="333756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6300216" y="333756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336792" y="33375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7104888" y="333756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141464" y="333756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228600" y="3703320"/>
            <a:ext cx="14447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65176" y="37033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Native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1673352" y="370332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709928" y="37033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660904" y="370332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697480" y="37033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3648456" y="370332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685032" y="370332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4517136" y="370332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553712" y="370332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5431536" y="370332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468112" y="370332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6300216" y="370332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336792" y="37033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7104888" y="3703320"/>
            <a:ext cx="1078992" cy="365760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141464" y="37033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228600" y="406908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65176" y="40690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1673352" y="406908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09928" y="406908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2660904" y="406908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697480" y="406908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3648456" y="406908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685032" y="406908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4517136" y="406908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553712" y="406908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5431536" y="406908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468112" y="406908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6300216" y="406908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336792" y="40690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7104888" y="406908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141464" y="406908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228600" y="4434840"/>
            <a:ext cx="14447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65176" y="44348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1673352" y="443484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709928" y="44348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2660904" y="4434840"/>
            <a:ext cx="9875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697480" y="443484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3648456" y="443484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685032" y="44348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4517136" y="443484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553712" y="443484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5431536" y="4434840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468112" y="44348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6300216" y="443484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336792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7104888" y="4434840"/>
            <a:ext cx="1078992" cy="365760"/>
          </a:xfrm>
          <a:prstGeom prst="rect">
            <a:avLst/>
          </a:prstGeom>
          <a:solidFill>
            <a:srgbClr val="F0FD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141464" y="44348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228600" y="4800600"/>
            <a:ext cx="14447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6517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SimX</a:t>
            </a: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1673352" y="480060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709928" y="48006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2660904" y="4800600"/>
            <a:ext cx="9875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2697480" y="480060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87" name="Shape 185"/>
          <p:cNvSpPr/>
          <p:nvPr/>
        </p:nvSpPr>
        <p:spPr>
          <a:xfrm>
            <a:off x="3648456" y="480060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685032" y="48006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4517136" y="4800600"/>
            <a:ext cx="914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553712" y="480060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5431536" y="4800600"/>
            <a:ext cx="868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468112" y="480060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6300216" y="4800600"/>
            <a:ext cx="8046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336792" y="480060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7104888" y="4800600"/>
            <a:ext cx="1078992" cy="365760"/>
          </a:xfrm>
          <a:prstGeom prst="rect">
            <a:avLst/>
          </a:prstGeom>
          <a:solidFill>
            <a:srgbClr val="E6FA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141464" y="480060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42646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Golden model = single source of truth. Without it, you cannot detect RTL bugs at GPGPU scale.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4608" y="142646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17043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SimX is the ONLY correct choice for Vortex — it models SIMT, custom instructions, and DCRs that no external tool handles.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5968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 for golden models is industry standard. DPI-C is IEEE standardized (1800-2005) — not a workaround, not a hack.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49424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259689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34086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DPI-C is a direct ABI contract — same process, same memory, ~5 ns overhead. Not a bridge, not a translator.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76732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51129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Architecture: SV test → simx_dpi.cpp (bridge) → SimX C++ objects. Three patterns: Post-Mortem → On-the-Fly → Commit Callback.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19856"/>
            <a:ext cx="4206240" cy="1051560"/>
          </a:xfrm>
          <a:prstGeom prst="rect">
            <a:avLst/>
          </a:prstGeom>
          <a:solidFill>
            <a:srgbClr val="2434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76732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51129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Makefile: g++ -fPIC -shared produces simx_model.so. QuestaSim: vsim -sv_lib simx_model. Two files, one shared library, zero IPC.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526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ARCHITECTURE STACK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3931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54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Testbench (SV/UVM)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" y="4754880"/>
            <a:ext cx="3794760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47548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ABI Layer (IEEE 1800)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" y="4754880"/>
            <a:ext cx="365760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(Bridge)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9496" y="4754880"/>
            <a:ext cx="35204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" y="4754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C++ 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" y="4754880"/>
            <a:ext cx="338328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4754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Config (VX_config.h)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0" y="49377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Vortex GPGPU Verification Team · Golden Model Implementation ·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Model Deep Dive</dc:title>
  <dc:subject>PptxGenJS Presentation</dc:subject>
  <dc:creator>Vortex GPGPU Verification Team</dc:creator>
  <cp:lastModifiedBy>Vortex GPGPU Verification Team</cp:lastModifiedBy>
  <cp:revision>1</cp:revision>
  <dcterms:created xsi:type="dcterms:W3CDTF">2026-03-01T08:21:16Z</dcterms:created>
  <dcterms:modified xsi:type="dcterms:W3CDTF">2026-03-01T08:21:16Z</dcterms:modified>
</cp:coreProperties>
</file>